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159" autoAdjust="0"/>
    <p:restoredTop sz="94660"/>
  </p:normalViewPr>
  <p:slideViewPr>
    <p:cSldViewPr snapToGrid="0">
      <p:cViewPr>
        <p:scale>
          <a:sx n="66" d="100"/>
          <a:sy n="66" d="100"/>
        </p:scale>
        <p:origin x="1368" y="7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8A3F1-F94C-4A34-84EE-32FC66FA36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FF2DCE-52CD-4783-B422-33189CB2DA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FD0089-0D54-46E7-A87D-74142A66E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F7C66-78A0-4DC4-9E54-4FF14B217C1F}" type="datetimeFigureOut">
              <a:rPr lang="ru-RU" smtClean="0"/>
              <a:t>25.03.2026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96343E-63C3-4A50-9121-29B811146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965E43-D7C1-441C-8F73-DC2D0D977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29637-5166-4FEF-A9DF-BD9730C28B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97314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B23ED-1A70-4337-93C4-DE6358168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4467B5-10C2-42F9-B9E0-B4AB4DC4C5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F0D17-2CAD-4194-AFB6-6D0481C7C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F7C66-78A0-4DC4-9E54-4FF14B217C1F}" type="datetimeFigureOut">
              <a:rPr lang="ru-RU" smtClean="0"/>
              <a:t>25.03.2026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48EB29-9C5F-4F36-924F-17C046D8A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4C7C1-B94E-4F75-A30A-91B27B469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29637-5166-4FEF-A9DF-BD9730C28B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34459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D831A-7144-47DE-9E38-E583E2E5F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D36BB7-8DA4-4893-9247-E35F65C8F3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CD201D-D987-44D9-A1AF-DA7EF541C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F7C66-78A0-4DC4-9E54-4FF14B217C1F}" type="datetimeFigureOut">
              <a:rPr lang="ru-RU" smtClean="0"/>
              <a:t>25.03.2026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26219A-80AB-41E5-9E61-ACF840F94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D79E11-37F4-4A6D-B37D-277C8E248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29637-5166-4FEF-A9DF-BD9730C28B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52654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C053A-908D-459A-B13C-724036F4A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8323B2-6174-4320-9C97-CCF5615500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9B3429-004F-4AC3-BF64-675D4BB613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F2307D-FC4F-409B-AD49-396EBB96F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F7C66-78A0-4DC4-9E54-4FF14B217C1F}" type="datetimeFigureOut">
              <a:rPr lang="ru-RU" smtClean="0"/>
              <a:t>25.03.2026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8BF1F9-A65F-4C7F-9A5D-6012B6374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9DA928-E53F-43E2-A66D-770FD7BDA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29637-5166-4FEF-A9DF-BD9730C28B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5770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D6988-FB3C-443D-97B0-9A6D42461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888F2E-DEE9-4549-8088-DEE1620D32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D8A50F-48E5-436E-B170-0CA46274C9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030F53-1A75-4947-9C38-8890EEAA62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747057-F1C2-48CA-8D74-F320305364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B38B0E-0658-4915-8022-F826CBC58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F7C66-78A0-4DC4-9E54-4FF14B217C1F}" type="datetimeFigureOut">
              <a:rPr lang="ru-RU" smtClean="0"/>
              <a:t>25.03.2026</a:t>
            </a:fld>
            <a:endParaRPr lang="ru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0FCA54B-60E2-4741-A862-9CCBFE747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DAF968-2FE8-4615-884C-7358FA3BF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29637-5166-4FEF-A9DF-BD9730C28B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8669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4117E-F50F-4CCF-996B-6B7D50C00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D79E11-1D74-4DCD-82FE-E49EF78D2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F7C66-78A0-4DC4-9E54-4FF14B217C1F}" type="datetimeFigureOut">
              <a:rPr lang="ru-RU" smtClean="0"/>
              <a:t>25.03.2026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25CF39-FE4D-47B6-B042-3E2B1DA5D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C66A65-59E9-42B6-BF23-1BED39FC9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29637-5166-4FEF-A9DF-BD9730C28B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95948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74933C-73E3-41CE-9DB9-C0CBD47B5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F7C66-78A0-4DC4-9E54-4FF14B217C1F}" type="datetimeFigureOut">
              <a:rPr lang="ru-RU" smtClean="0"/>
              <a:t>25.03.2026</a:t>
            </a:fld>
            <a:endParaRPr lang="ru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7F71BC-FD22-4C83-A0EC-B26322D9B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47E4E9-11CE-4F75-937C-67DD00F4C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29637-5166-4FEF-A9DF-BD9730C28B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55636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126F3-4C89-47DD-8597-07DC1BBE3F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AEB9E6-8A84-46F4-8AA4-1E6DE6813B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FCA91E-C1E3-4137-B3B5-9D4FE29384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23891C-980B-4B4A-AB17-1BF3F2011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F7C66-78A0-4DC4-9E54-4FF14B217C1F}" type="datetimeFigureOut">
              <a:rPr lang="ru-RU" smtClean="0"/>
              <a:t>25.03.2026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12CADF-CACE-4ED3-9B78-A02B6A571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B44896-95BE-4AB2-A872-A033D4F5B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29637-5166-4FEF-A9DF-BD9730C28B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02433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6B721-2519-44C5-BBDF-3845A197E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AD0EA7-786F-4558-B384-E345AADD19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1416FF-B4E9-493F-AD3F-D95ADBD55C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67951D-7788-4220-8752-62D3C178B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F7C66-78A0-4DC4-9E54-4FF14B217C1F}" type="datetimeFigureOut">
              <a:rPr lang="ru-RU" smtClean="0"/>
              <a:t>25.03.2026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B48306-D6A1-4FB6-836B-D44C4F017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2EA43B-F6D8-4C5F-88D2-9B247A5E5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29637-5166-4FEF-A9DF-BD9730C28B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86538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459DE-B754-4D95-8729-14CAA93D8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AB44C3-B82E-46F2-8D0F-491D5E947C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A5DEE7-D35C-4514-9056-8C7B1A9F6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F7C66-78A0-4DC4-9E54-4FF14B217C1F}" type="datetimeFigureOut">
              <a:rPr lang="ru-RU" smtClean="0"/>
              <a:t>25.03.2026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0524EB-7962-40C8-A369-019F92006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B4AEC2-7A96-427D-8858-160BE742F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29637-5166-4FEF-A9DF-BD9730C28B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99287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7AACF6-125B-4036-8554-AAEF958244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6B8D90-2CAB-4FB2-B673-5A182DE885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63FC15-A680-45B8-B003-B1973D088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F7C66-78A0-4DC4-9E54-4FF14B217C1F}" type="datetimeFigureOut">
              <a:rPr lang="ru-RU" smtClean="0"/>
              <a:t>25.03.2026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66BE21-7C45-4E42-9E4D-5641254B4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9A83CA-67D8-4058-AE66-47A372DB7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29637-5166-4FEF-A9DF-BD9730C28B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7180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20B9B9-CC5B-4043-8AEE-7CD05D02A0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9B090F-ED7C-4020-B2D7-DD6763C765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E9B9A2-AFCB-42E0-9C52-24D73436EC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2F7C66-78A0-4DC4-9E54-4FF14B217C1F}" type="datetimeFigureOut">
              <a:rPr lang="ru-RU" smtClean="0"/>
              <a:t>25.03.2026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27B2AC-0BD5-4F51-B210-5AED716BC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3A3E03-819D-4D35-B4FD-4C6EF330AA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A29637-5166-4FEF-A9DF-BD9730C28B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5809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roup 86">
            <a:extLst>
              <a:ext uri="{FF2B5EF4-FFF2-40B4-BE49-F238E27FC236}">
                <a16:creationId xmlns:a16="http://schemas.microsoft.com/office/drawing/2014/main" id="{41EC77E5-3FF9-468A-A23F-989016DF292A}"/>
              </a:ext>
            </a:extLst>
          </p:cNvPr>
          <p:cNvGrpSpPr/>
          <p:nvPr/>
        </p:nvGrpSpPr>
        <p:grpSpPr>
          <a:xfrm>
            <a:off x="299896" y="564101"/>
            <a:ext cx="11734296" cy="5764696"/>
            <a:chOff x="299896" y="564101"/>
            <a:chExt cx="11734296" cy="5764696"/>
          </a:xfrm>
        </p:grpSpPr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A60433A1-0695-4451-8852-6026BB2DA3F4}"/>
                </a:ext>
              </a:extLst>
            </p:cNvPr>
            <p:cNvGrpSpPr/>
            <p:nvPr/>
          </p:nvGrpSpPr>
          <p:grpSpPr>
            <a:xfrm>
              <a:off x="299896" y="564101"/>
              <a:ext cx="11734296" cy="5764696"/>
              <a:chOff x="299896" y="564101"/>
              <a:chExt cx="11734296" cy="5764696"/>
            </a:xfrm>
          </p:grpSpPr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34FF1B1E-58E6-4E08-9BBE-793AC7D447A4}"/>
                  </a:ext>
                </a:extLst>
              </p:cNvPr>
              <p:cNvGrpSpPr/>
              <p:nvPr/>
            </p:nvGrpSpPr>
            <p:grpSpPr>
              <a:xfrm>
                <a:off x="299896" y="564101"/>
                <a:ext cx="11734296" cy="5764696"/>
                <a:chOff x="299896" y="564101"/>
                <a:chExt cx="11734296" cy="5764696"/>
              </a:xfrm>
            </p:grpSpPr>
            <p:sp>
              <p:nvSpPr>
                <p:cNvPr id="4" name="Rectangle 3">
                  <a:extLst>
                    <a:ext uri="{FF2B5EF4-FFF2-40B4-BE49-F238E27FC236}">
                      <a16:creationId xmlns:a16="http://schemas.microsoft.com/office/drawing/2014/main" id="{24720E2A-40F4-4F35-A20E-7B693E061B45}"/>
                    </a:ext>
                  </a:extLst>
                </p:cNvPr>
                <p:cNvSpPr/>
                <p:nvPr/>
              </p:nvSpPr>
              <p:spPr>
                <a:xfrm>
                  <a:off x="553544" y="564101"/>
                  <a:ext cx="11338560" cy="5764696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ru-RU" dirty="0"/>
                    <a:t>ё</a:t>
                  </a:r>
                </a:p>
              </p:txBody>
            </p:sp>
            <p:grpSp>
              <p:nvGrpSpPr>
                <p:cNvPr id="18" name="Group 17">
                  <a:extLst>
                    <a:ext uri="{FF2B5EF4-FFF2-40B4-BE49-F238E27FC236}">
                      <a16:creationId xmlns:a16="http://schemas.microsoft.com/office/drawing/2014/main" id="{D295CA7D-C418-41A4-B501-8FF6E87917C7}"/>
                    </a:ext>
                  </a:extLst>
                </p:cNvPr>
                <p:cNvGrpSpPr/>
                <p:nvPr/>
              </p:nvGrpSpPr>
              <p:grpSpPr>
                <a:xfrm>
                  <a:off x="556591" y="572494"/>
                  <a:ext cx="11335513" cy="2140226"/>
                  <a:chOff x="556591" y="572494"/>
                  <a:chExt cx="11335513" cy="1804946"/>
                </a:xfrm>
              </p:grpSpPr>
              <p:sp>
                <p:nvSpPr>
                  <p:cNvPr id="5" name="Rectangle 4">
                    <a:extLst>
                      <a:ext uri="{FF2B5EF4-FFF2-40B4-BE49-F238E27FC236}">
                        <a16:creationId xmlns:a16="http://schemas.microsoft.com/office/drawing/2014/main" id="{B53B2E3B-AD1B-4C3A-91AD-FF03A6EAD5A3}"/>
                      </a:ext>
                    </a:extLst>
                  </p:cNvPr>
                  <p:cNvSpPr/>
                  <p:nvPr/>
                </p:nvSpPr>
                <p:spPr>
                  <a:xfrm>
                    <a:off x="556591" y="572494"/>
                    <a:ext cx="1253921" cy="1804946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ru-RU" dirty="0"/>
                      <a:t>1</a:t>
                    </a:r>
                  </a:p>
                </p:txBody>
              </p:sp>
              <p:sp>
                <p:nvSpPr>
                  <p:cNvPr id="8" name="Rectangle 7">
                    <a:extLst>
                      <a:ext uri="{FF2B5EF4-FFF2-40B4-BE49-F238E27FC236}">
                        <a16:creationId xmlns:a16="http://schemas.microsoft.com/office/drawing/2014/main" id="{EE670EDB-7599-4136-A6D3-27EF03E48343}"/>
                      </a:ext>
                    </a:extLst>
                  </p:cNvPr>
                  <p:cNvSpPr/>
                  <p:nvPr/>
                </p:nvSpPr>
                <p:spPr>
                  <a:xfrm>
                    <a:off x="4312258" y="572494"/>
                    <a:ext cx="1630017" cy="1804946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sp>
                <p:nvSpPr>
                  <p:cNvPr id="9" name="Rectangle 8">
                    <a:extLst>
                      <a:ext uri="{FF2B5EF4-FFF2-40B4-BE49-F238E27FC236}">
                        <a16:creationId xmlns:a16="http://schemas.microsoft.com/office/drawing/2014/main" id="{2DBAEBDD-A370-4551-A841-893F6C533992}"/>
                      </a:ext>
                    </a:extLst>
                  </p:cNvPr>
                  <p:cNvSpPr/>
                  <p:nvPr/>
                </p:nvSpPr>
                <p:spPr>
                  <a:xfrm>
                    <a:off x="1810512" y="572494"/>
                    <a:ext cx="1253921" cy="1804946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 dirty="0"/>
                  </a:p>
                </p:txBody>
              </p:sp>
              <p:sp>
                <p:nvSpPr>
                  <p:cNvPr id="10" name="Rectangle 9">
                    <a:extLst>
                      <a:ext uri="{FF2B5EF4-FFF2-40B4-BE49-F238E27FC236}">
                        <a16:creationId xmlns:a16="http://schemas.microsoft.com/office/drawing/2014/main" id="{A1B4E7C7-8957-4D6D-A05B-A53F43454150}"/>
                      </a:ext>
                    </a:extLst>
                  </p:cNvPr>
                  <p:cNvSpPr/>
                  <p:nvPr/>
                </p:nvSpPr>
                <p:spPr>
                  <a:xfrm>
                    <a:off x="3064433" y="572494"/>
                    <a:ext cx="1253921" cy="1804946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sp>
                <p:nvSpPr>
                  <p:cNvPr id="11" name="Rectangle 10">
                    <a:extLst>
                      <a:ext uri="{FF2B5EF4-FFF2-40B4-BE49-F238E27FC236}">
                        <a16:creationId xmlns:a16="http://schemas.microsoft.com/office/drawing/2014/main" id="{760A50E5-47A5-4A04-9684-6ED006E02419}"/>
                      </a:ext>
                    </a:extLst>
                  </p:cNvPr>
                  <p:cNvSpPr/>
                  <p:nvPr/>
                </p:nvSpPr>
                <p:spPr>
                  <a:xfrm>
                    <a:off x="5942275" y="572494"/>
                    <a:ext cx="1098605" cy="1804946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sp>
                <p:nvSpPr>
                  <p:cNvPr id="12" name="Rectangle 11">
                    <a:extLst>
                      <a:ext uri="{FF2B5EF4-FFF2-40B4-BE49-F238E27FC236}">
                        <a16:creationId xmlns:a16="http://schemas.microsoft.com/office/drawing/2014/main" id="{B317B2FE-CDA4-4A78-B23C-94934682B6B9}"/>
                      </a:ext>
                    </a:extLst>
                  </p:cNvPr>
                  <p:cNvSpPr/>
                  <p:nvPr/>
                </p:nvSpPr>
                <p:spPr>
                  <a:xfrm>
                    <a:off x="9752938" y="572494"/>
                    <a:ext cx="2139166" cy="1804946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sp>
                <p:nvSpPr>
                  <p:cNvPr id="13" name="Rectangle 12">
                    <a:extLst>
                      <a:ext uri="{FF2B5EF4-FFF2-40B4-BE49-F238E27FC236}">
                        <a16:creationId xmlns:a16="http://schemas.microsoft.com/office/drawing/2014/main" id="{EF57416D-A8D0-4975-BE6D-BE6CE918F885}"/>
                      </a:ext>
                    </a:extLst>
                  </p:cNvPr>
                  <p:cNvSpPr/>
                  <p:nvPr/>
                </p:nvSpPr>
                <p:spPr>
                  <a:xfrm>
                    <a:off x="7040880" y="572494"/>
                    <a:ext cx="1363980" cy="1804946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sp>
                <p:nvSpPr>
                  <p:cNvPr id="14" name="Rectangle 13">
                    <a:extLst>
                      <a:ext uri="{FF2B5EF4-FFF2-40B4-BE49-F238E27FC236}">
                        <a16:creationId xmlns:a16="http://schemas.microsoft.com/office/drawing/2014/main" id="{5FFC7188-468D-43AB-9C49-EABA42169FDB}"/>
                      </a:ext>
                    </a:extLst>
                  </p:cNvPr>
                  <p:cNvSpPr/>
                  <p:nvPr/>
                </p:nvSpPr>
                <p:spPr>
                  <a:xfrm>
                    <a:off x="8388957" y="572494"/>
                    <a:ext cx="1363980" cy="1804946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 dirty="0"/>
                  </a:p>
                </p:txBody>
              </p:sp>
            </p:grpSp>
            <p:grpSp>
              <p:nvGrpSpPr>
                <p:cNvPr id="24" name="Group 23">
                  <a:extLst>
                    <a:ext uri="{FF2B5EF4-FFF2-40B4-BE49-F238E27FC236}">
                      <a16:creationId xmlns:a16="http://schemas.microsoft.com/office/drawing/2014/main" id="{8D59C9B6-C3E3-4963-AB28-98CEBB1EF19D}"/>
                    </a:ext>
                  </a:extLst>
                </p:cNvPr>
                <p:cNvGrpSpPr/>
                <p:nvPr/>
              </p:nvGrpSpPr>
              <p:grpSpPr>
                <a:xfrm>
                  <a:off x="556591" y="4145281"/>
                  <a:ext cx="11335513" cy="2183516"/>
                  <a:chOff x="556591" y="4523851"/>
                  <a:chExt cx="11335513" cy="1804946"/>
                </a:xfrm>
              </p:grpSpPr>
              <p:sp>
                <p:nvSpPr>
                  <p:cNvPr id="15" name="Rectangle 14">
                    <a:extLst>
                      <a:ext uri="{FF2B5EF4-FFF2-40B4-BE49-F238E27FC236}">
                        <a16:creationId xmlns:a16="http://schemas.microsoft.com/office/drawing/2014/main" id="{A6886E40-8F9F-4ED2-9BE2-7D9AD5066EAD}"/>
                      </a:ext>
                    </a:extLst>
                  </p:cNvPr>
                  <p:cNvSpPr/>
                  <p:nvPr/>
                </p:nvSpPr>
                <p:spPr>
                  <a:xfrm>
                    <a:off x="556591" y="4523851"/>
                    <a:ext cx="2139166" cy="1804946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sp>
                <p:nvSpPr>
                  <p:cNvPr id="16" name="Rectangle 15">
                    <a:extLst>
                      <a:ext uri="{FF2B5EF4-FFF2-40B4-BE49-F238E27FC236}">
                        <a16:creationId xmlns:a16="http://schemas.microsoft.com/office/drawing/2014/main" id="{6C08E4E2-FB56-43EB-8156-4F49CB85DBEE}"/>
                      </a:ext>
                    </a:extLst>
                  </p:cNvPr>
                  <p:cNvSpPr/>
                  <p:nvPr/>
                </p:nvSpPr>
                <p:spPr>
                  <a:xfrm>
                    <a:off x="2695757" y="4523851"/>
                    <a:ext cx="1098605" cy="1804946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 dirty="0"/>
                  </a:p>
                </p:txBody>
              </p:sp>
              <p:sp>
                <p:nvSpPr>
                  <p:cNvPr id="17" name="Rectangle 16">
                    <a:extLst>
                      <a:ext uri="{FF2B5EF4-FFF2-40B4-BE49-F238E27FC236}">
                        <a16:creationId xmlns:a16="http://schemas.microsoft.com/office/drawing/2014/main" id="{DA89668A-E18D-46BB-8923-708826129221}"/>
                      </a:ext>
                    </a:extLst>
                  </p:cNvPr>
                  <p:cNvSpPr/>
                  <p:nvPr/>
                </p:nvSpPr>
                <p:spPr>
                  <a:xfrm>
                    <a:off x="3794362" y="4523851"/>
                    <a:ext cx="1363980" cy="1804946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sp>
                <p:nvSpPr>
                  <p:cNvPr id="19" name="Rectangle 18">
                    <a:extLst>
                      <a:ext uri="{FF2B5EF4-FFF2-40B4-BE49-F238E27FC236}">
                        <a16:creationId xmlns:a16="http://schemas.microsoft.com/office/drawing/2014/main" id="{E9C8C13D-A432-4E47-A41A-0B8486C654E7}"/>
                      </a:ext>
                    </a:extLst>
                  </p:cNvPr>
                  <p:cNvSpPr/>
                  <p:nvPr/>
                </p:nvSpPr>
                <p:spPr>
                  <a:xfrm>
                    <a:off x="5158342" y="4523851"/>
                    <a:ext cx="1098605" cy="1804946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 dirty="0"/>
                  </a:p>
                </p:txBody>
              </p:sp>
              <p:sp>
                <p:nvSpPr>
                  <p:cNvPr id="20" name="Rectangle 19">
                    <a:extLst>
                      <a:ext uri="{FF2B5EF4-FFF2-40B4-BE49-F238E27FC236}">
                        <a16:creationId xmlns:a16="http://schemas.microsoft.com/office/drawing/2014/main" id="{2FB8E10B-020F-459A-B9BF-8BD681BAF604}"/>
                      </a:ext>
                    </a:extLst>
                  </p:cNvPr>
                  <p:cNvSpPr/>
                  <p:nvPr/>
                </p:nvSpPr>
                <p:spPr>
                  <a:xfrm>
                    <a:off x="6256947" y="4523851"/>
                    <a:ext cx="1098605" cy="1804946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 dirty="0"/>
                  </a:p>
                </p:txBody>
              </p:sp>
              <p:sp>
                <p:nvSpPr>
                  <p:cNvPr id="21" name="Rectangle 20">
                    <a:extLst>
                      <a:ext uri="{FF2B5EF4-FFF2-40B4-BE49-F238E27FC236}">
                        <a16:creationId xmlns:a16="http://schemas.microsoft.com/office/drawing/2014/main" id="{9E772888-8353-44CD-9EA4-00EAB0AF25A5}"/>
                      </a:ext>
                    </a:extLst>
                  </p:cNvPr>
                  <p:cNvSpPr/>
                  <p:nvPr/>
                </p:nvSpPr>
                <p:spPr>
                  <a:xfrm>
                    <a:off x="7355552" y="4523851"/>
                    <a:ext cx="1098605" cy="1804946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 dirty="0"/>
                  </a:p>
                </p:txBody>
              </p:sp>
              <p:sp>
                <p:nvSpPr>
                  <p:cNvPr id="22" name="Rectangle 21">
                    <a:extLst>
                      <a:ext uri="{FF2B5EF4-FFF2-40B4-BE49-F238E27FC236}">
                        <a16:creationId xmlns:a16="http://schemas.microsoft.com/office/drawing/2014/main" id="{FCBC9DE0-1AB0-485D-8EFD-94D2B2AF579A}"/>
                      </a:ext>
                    </a:extLst>
                  </p:cNvPr>
                  <p:cNvSpPr/>
                  <p:nvPr/>
                </p:nvSpPr>
                <p:spPr>
                  <a:xfrm>
                    <a:off x="8454157" y="4523851"/>
                    <a:ext cx="1098605" cy="1804946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 dirty="0"/>
                  </a:p>
                </p:txBody>
              </p:sp>
              <p:sp>
                <p:nvSpPr>
                  <p:cNvPr id="23" name="Rectangle 22">
                    <a:extLst>
                      <a:ext uri="{FF2B5EF4-FFF2-40B4-BE49-F238E27FC236}">
                        <a16:creationId xmlns:a16="http://schemas.microsoft.com/office/drawing/2014/main" id="{B3CEEFB6-E1E4-4A58-90E8-4AF2464CEFE9}"/>
                      </a:ext>
                    </a:extLst>
                  </p:cNvPr>
                  <p:cNvSpPr/>
                  <p:nvPr/>
                </p:nvSpPr>
                <p:spPr>
                  <a:xfrm>
                    <a:off x="9552762" y="4523851"/>
                    <a:ext cx="2339342" cy="1804946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</p:grpSp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825A2A21-E98B-4E32-B498-104406BC17A4}"/>
                    </a:ext>
                  </a:extLst>
                </p:cNvPr>
                <p:cNvSpPr/>
                <p:nvPr/>
              </p:nvSpPr>
              <p:spPr>
                <a:xfrm>
                  <a:off x="903133" y="2506626"/>
                  <a:ext cx="560836" cy="33566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44E0FB60-8CF0-427D-AB0C-F594FBD0A747}"/>
                    </a:ext>
                  </a:extLst>
                </p:cNvPr>
                <p:cNvSpPr/>
                <p:nvPr/>
              </p:nvSpPr>
              <p:spPr>
                <a:xfrm>
                  <a:off x="2150959" y="2519165"/>
                  <a:ext cx="560836" cy="33566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 dirty="0"/>
                </a:p>
              </p:txBody>
            </p:sp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181B1AED-FF84-410A-9FCB-754251A44E9E}"/>
                    </a:ext>
                  </a:extLst>
                </p:cNvPr>
                <p:cNvSpPr/>
                <p:nvPr/>
              </p:nvSpPr>
              <p:spPr>
                <a:xfrm>
                  <a:off x="3410975" y="2506626"/>
                  <a:ext cx="560836" cy="33566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D97C62D1-80E4-4209-AE0C-3196A9066582}"/>
                    </a:ext>
                  </a:extLst>
                </p:cNvPr>
                <p:cNvSpPr/>
                <p:nvPr/>
              </p:nvSpPr>
              <p:spPr>
                <a:xfrm>
                  <a:off x="4849896" y="2506626"/>
                  <a:ext cx="560836" cy="33566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82129BF1-BFC7-4731-843F-994D83BCCF4C}"/>
                    </a:ext>
                  </a:extLst>
                </p:cNvPr>
                <p:cNvSpPr/>
                <p:nvPr/>
              </p:nvSpPr>
              <p:spPr>
                <a:xfrm>
                  <a:off x="6204980" y="2519165"/>
                  <a:ext cx="560836" cy="33566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101E4E55-AFF2-4CBE-B0E0-E984DC41314F}"/>
                    </a:ext>
                  </a:extLst>
                </p:cNvPr>
                <p:cNvSpPr/>
                <p:nvPr/>
              </p:nvSpPr>
              <p:spPr>
                <a:xfrm>
                  <a:off x="7440636" y="2519165"/>
                  <a:ext cx="560836" cy="33566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07C3E9F7-11F3-48EC-A82A-1601844C1183}"/>
                    </a:ext>
                  </a:extLst>
                </p:cNvPr>
                <p:cNvSpPr/>
                <p:nvPr/>
              </p:nvSpPr>
              <p:spPr>
                <a:xfrm>
                  <a:off x="8788713" y="2475134"/>
                  <a:ext cx="560836" cy="33566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32" name="Rectangle 31">
                  <a:extLst>
                    <a:ext uri="{FF2B5EF4-FFF2-40B4-BE49-F238E27FC236}">
                      <a16:creationId xmlns:a16="http://schemas.microsoft.com/office/drawing/2014/main" id="{6C896252-F63B-4EC3-97EC-15858C2CD8D2}"/>
                    </a:ext>
                  </a:extLst>
                </p:cNvPr>
                <p:cNvSpPr/>
                <p:nvPr/>
              </p:nvSpPr>
              <p:spPr>
                <a:xfrm>
                  <a:off x="10542103" y="2506939"/>
                  <a:ext cx="560836" cy="33566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D054261D-603B-4E04-B66D-0FC825E35447}"/>
                    </a:ext>
                  </a:extLst>
                </p:cNvPr>
                <p:cNvSpPr/>
                <p:nvPr/>
              </p:nvSpPr>
              <p:spPr>
                <a:xfrm>
                  <a:off x="1597152" y="3951726"/>
                  <a:ext cx="560836" cy="33566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34" name="Rectangle 33">
                  <a:extLst>
                    <a:ext uri="{FF2B5EF4-FFF2-40B4-BE49-F238E27FC236}">
                      <a16:creationId xmlns:a16="http://schemas.microsoft.com/office/drawing/2014/main" id="{6BAB9F4F-FE4C-495F-8B7F-F9E56B96A42B}"/>
                    </a:ext>
                  </a:extLst>
                </p:cNvPr>
                <p:cNvSpPr/>
                <p:nvPr/>
              </p:nvSpPr>
              <p:spPr>
                <a:xfrm>
                  <a:off x="2964641" y="3988534"/>
                  <a:ext cx="560836" cy="33566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84C327B6-05B9-4B02-B6BE-EFEFA0F52F8D}"/>
                    </a:ext>
                  </a:extLst>
                </p:cNvPr>
                <p:cNvSpPr/>
                <p:nvPr/>
              </p:nvSpPr>
              <p:spPr>
                <a:xfrm>
                  <a:off x="4162733" y="3988534"/>
                  <a:ext cx="560836" cy="33566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36" name="Rectangle 35">
                  <a:extLst>
                    <a:ext uri="{FF2B5EF4-FFF2-40B4-BE49-F238E27FC236}">
                      <a16:creationId xmlns:a16="http://schemas.microsoft.com/office/drawing/2014/main" id="{43DD363D-9C06-4229-8034-FBCE4C4855C0}"/>
                    </a:ext>
                  </a:extLst>
                </p:cNvPr>
                <p:cNvSpPr/>
                <p:nvPr/>
              </p:nvSpPr>
              <p:spPr>
                <a:xfrm>
                  <a:off x="5387486" y="3982222"/>
                  <a:ext cx="560836" cy="33566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3632D2CF-40EE-43D8-8C5D-2E5A5B395F1A}"/>
                    </a:ext>
                  </a:extLst>
                </p:cNvPr>
                <p:cNvSpPr/>
                <p:nvPr/>
              </p:nvSpPr>
              <p:spPr>
                <a:xfrm>
                  <a:off x="6476544" y="3951726"/>
                  <a:ext cx="560836" cy="33566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38" name="Rectangle 37">
                  <a:extLst>
                    <a:ext uri="{FF2B5EF4-FFF2-40B4-BE49-F238E27FC236}">
                      <a16:creationId xmlns:a16="http://schemas.microsoft.com/office/drawing/2014/main" id="{6A77CA98-CD13-4665-801A-0655EAEB1952}"/>
                    </a:ext>
                  </a:extLst>
                </p:cNvPr>
                <p:cNvSpPr/>
                <p:nvPr/>
              </p:nvSpPr>
              <p:spPr>
                <a:xfrm>
                  <a:off x="7603356" y="3951726"/>
                  <a:ext cx="560836" cy="33566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A4F3E7F9-56DF-4460-A443-71E29928F3CF}"/>
                    </a:ext>
                  </a:extLst>
                </p:cNvPr>
                <p:cNvSpPr/>
                <p:nvPr/>
              </p:nvSpPr>
              <p:spPr>
                <a:xfrm>
                  <a:off x="8708077" y="3977448"/>
                  <a:ext cx="560836" cy="33566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40" name="Rectangle 39">
                  <a:extLst>
                    <a:ext uri="{FF2B5EF4-FFF2-40B4-BE49-F238E27FC236}">
                      <a16:creationId xmlns:a16="http://schemas.microsoft.com/office/drawing/2014/main" id="{9C7DADC0-230F-4A7A-89E2-37B29C88F8C3}"/>
                    </a:ext>
                  </a:extLst>
                </p:cNvPr>
                <p:cNvSpPr/>
                <p:nvPr/>
              </p:nvSpPr>
              <p:spPr>
                <a:xfrm>
                  <a:off x="9566910" y="3920516"/>
                  <a:ext cx="2308860" cy="33566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41" name="Rectangle 40">
                  <a:extLst>
                    <a:ext uri="{FF2B5EF4-FFF2-40B4-BE49-F238E27FC236}">
                      <a16:creationId xmlns:a16="http://schemas.microsoft.com/office/drawing/2014/main" id="{3AD08D47-AE45-4C65-976E-A7D7BEC4C31C}"/>
                    </a:ext>
                  </a:extLst>
                </p:cNvPr>
                <p:cNvSpPr/>
                <p:nvPr/>
              </p:nvSpPr>
              <p:spPr>
                <a:xfrm>
                  <a:off x="299896" y="3038777"/>
                  <a:ext cx="560836" cy="586891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42" name="Rectangle 41">
                  <a:extLst>
                    <a:ext uri="{FF2B5EF4-FFF2-40B4-BE49-F238E27FC236}">
                      <a16:creationId xmlns:a16="http://schemas.microsoft.com/office/drawing/2014/main" id="{087472D7-4C9E-41DE-8519-4972517610D4}"/>
                    </a:ext>
                  </a:extLst>
                </p:cNvPr>
                <p:cNvSpPr/>
                <p:nvPr/>
              </p:nvSpPr>
              <p:spPr>
                <a:xfrm>
                  <a:off x="11473356" y="3038777"/>
                  <a:ext cx="560836" cy="586891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49" name="Rectangle 48">
                  <a:extLst>
                    <a:ext uri="{FF2B5EF4-FFF2-40B4-BE49-F238E27FC236}">
                      <a16:creationId xmlns:a16="http://schemas.microsoft.com/office/drawing/2014/main" id="{5092B9E0-9BDC-4FF0-90F0-B3CD6B939F64}"/>
                    </a:ext>
                  </a:extLst>
                </p:cNvPr>
                <p:cNvSpPr/>
                <p:nvPr/>
              </p:nvSpPr>
              <p:spPr>
                <a:xfrm>
                  <a:off x="4317338" y="572492"/>
                  <a:ext cx="1624935" cy="1154708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50" name="Rectangle 49">
                  <a:extLst>
                    <a:ext uri="{FF2B5EF4-FFF2-40B4-BE49-F238E27FC236}">
                      <a16:creationId xmlns:a16="http://schemas.microsoft.com/office/drawing/2014/main" id="{348F9EA0-F177-456E-B7A7-26362495BB12}"/>
                    </a:ext>
                  </a:extLst>
                </p:cNvPr>
                <p:cNvSpPr/>
                <p:nvPr/>
              </p:nvSpPr>
              <p:spPr>
                <a:xfrm>
                  <a:off x="5100319" y="1148080"/>
                  <a:ext cx="841954" cy="58060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51" name="Rectangle 50">
                  <a:extLst>
                    <a:ext uri="{FF2B5EF4-FFF2-40B4-BE49-F238E27FC236}">
                      <a16:creationId xmlns:a16="http://schemas.microsoft.com/office/drawing/2014/main" id="{CB44D1ED-72E8-4F04-8331-BE11301E8DDC}"/>
                    </a:ext>
                  </a:extLst>
                </p:cNvPr>
                <p:cNvSpPr/>
                <p:nvPr/>
              </p:nvSpPr>
              <p:spPr>
                <a:xfrm>
                  <a:off x="4317338" y="1148080"/>
                  <a:ext cx="782981" cy="889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89CA7055-8BE2-49F8-94C4-1072C409D608}"/>
                    </a:ext>
                  </a:extLst>
                </p:cNvPr>
                <p:cNvSpPr/>
                <p:nvPr/>
              </p:nvSpPr>
              <p:spPr>
                <a:xfrm>
                  <a:off x="4315965" y="1230812"/>
                  <a:ext cx="782981" cy="889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1115C30D-BF80-4622-99B8-3BD9E1544935}"/>
                    </a:ext>
                  </a:extLst>
                </p:cNvPr>
                <p:cNvSpPr/>
                <p:nvPr/>
              </p:nvSpPr>
              <p:spPr>
                <a:xfrm>
                  <a:off x="4315917" y="1299574"/>
                  <a:ext cx="782981" cy="6712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52" name="Rectangle 51">
                  <a:extLst>
                    <a:ext uri="{FF2B5EF4-FFF2-40B4-BE49-F238E27FC236}">
                      <a16:creationId xmlns:a16="http://schemas.microsoft.com/office/drawing/2014/main" id="{3C44EAAA-2995-4D3C-BD39-6285FFB30FC7}"/>
                    </a:ext>
                  </a:extLst>
                </p:cNvPr>
                <p:cNvSpPr/>
                <p:nvPr/>
              </p:nvSpPr>
              <p:spPr>
                <a:xfrm>
                  <a:off x="5098898" y="572494"/>
                  <a:ext cx="76987" cy="57558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57" name="Rectangle 56">
                  <a:extLst>
                    <a:ext uri="{FF2B5EF4-FFF2-40B4-BE49-F238E27FC236}">
                      <a16:creationId xmlns:a16="http://schemas.microsoft.com/office/drawing/2014/main" id="{5CBAA973-745D-4D92-AB28-DBAA89AD8F71}"/>
                    </a:ext>
                  </a:extLst>
                </p:cNvPr>
                <p:cNvSpPr/>
                <p:nvPr/>
              </p:nvSpPr>
              <p:spPr>
                <a:xfrm>
                  <a:off x="5175098" y="572494"/>
                  <a:ext cx="76987" cy="57558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58" name="Rectangle 57">
                  <a:extLst>
                    <a:ext uri="{FF2B5EF4-FFF2-40B4-BE49-F238E27FC236}">
                      <a16:creationId xmlns:a16="http://schemas.microsoft.com/office/drawing/2014/main" id="{E96E1F4F-90B7-4591-A482-E2A2AD2D750D}"/>
                    </a:ext>
                  </a:extLst>
                </p:cNvPr>
                <p:cNvSpPr/>
                <p:nvPr/>
              </p:nvSpPr>
              <p:spPr>
                <a:xfrm>
                  <a:off x="5246141" y="572494"/>
                  <a:ext cx="76987" cy="57558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59" name="Rectangle 58">
                  <a:extLst>
                    <a:ext uri="{FF2B5EF4-FFF2-40B4-BE49-F238E27FC236}">
                      <a16:creationId xmlns:a16="http://schemas.microsoft.com/office/drawing/2014/main" id="{D6A4976F-1639-4B11-87C9-B3A2917E2D5A}"/>
                    </a:ext>
                  </a:extLst>
                </p:cNvPr>
                <p:cNvSpPr/>
                <p:nvPr/>
              </p:nvSpPr>
              <p:spPr>
                <a:xfrm>
                  <a:off x="5322341" y="572494"/>
                  <a:ext cx="76987" cy="57558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60" name="Rectangle 59">
                  <a:extLst>
                    <a:ext uri="{FF2B5EF4-FFF2-40B4-BE49-F238E27FC236}">
                      <a16:creationId xmlns:a16="http://schemas.microsoft.com/office/drawing/2014/main" id="{1B8D3306-40E7-45DE-81F1-1381FDB525FE}"/>
                    </a:ext>
                  </a:extLst>
                </p:cNvPr>
                <p:cNvSpPr/>
                <p:nvPr/>
              </p:nvSpPr>
              <p:spPr>
                <a:xfrm>
                  <a:off x="5399574" y="571727"/>
                  <a:ext cx="76987" cy="57558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61" name="Rectangle 60">
                  <a:extLst>
                    <a:ext uri="{FF2B5EF4-FFF2-40B4-BE49-F238E27FC236}">
                      <a16:creationId xmlns:a16="http://schemas.microsoft.com/office/drawing/2014/main" id="{72670E29-D5F5-4211-8B39-45CC1E722A8D}"/>
                    </a:ext>
                  </a:extLst>
                </p:cNvPr>
                <p:cNvSpPr/>
                <p:nvPr/>
              </p:nvSpPr>
              <p:spPr>
                <a:xfrm>
                  <a:off x="5475774" y="571727"/>
                  <a:ext cx="76987" cy="57558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62" name="Rectangle 61">
                  <a:extLst>
                    <a:ext uri="{FF2B5EF4-FFF2-40B4-BE49-F238E27FC236}">
                      <a16:creationId xmlns:a16="http://schemas.microsoft.com/office/drawing/2014/main" id="{C0CEC088-53BC-4839-8338-1DE3D1B446DE}"/>
                    </a:ext>
                  </a:extLst>
                </p:cNvPr>
                <p:cNvSpPr/>
                <p:nvPr/>
              </p:nvSpPr>
              <p:spPr>
                <a:xfrm>
                  <a:off x="5551974" y="572494"/>
                  <a:ext cx="76987" cy="57558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63" name="Rectangle 62">
                  <a:extLst>
                    <a:ext uri="{FF2B5EF4-FFF2-40B4-BE49-F238E27FC236}">
                      <a16:creationId xmlns:a16="http://schemas.microsoft.com/office/drawing/2014/main" id="{83B5E289-C019-4756-B911-446289D5E758}"/>
                    </a:ext>
                  </a:extLst>
                </p:cNvPr>
                <p:cNvSpPr/>
                <p:nvPr/>
              </p:nvSpPr>
              <p:spPr>
                <a:xfrm>
                  <a:off x="5628812" y="572880"/>
                  <a:ext cx="76987" cy="57558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64" name="Rectangle 63">
                  <a:extLst>
                    <a:ext uri="{FF2B5EF4-FFF2-40B4-BE49-F238E27FC236}">
                      <a16:creationId xmlns:a16="http://schemas.microsoft.com/office/drawing/2014/main" id="{2D6935AE-E206-443B-BBBB-099BC1646378}"/>
                    </a:ext>
                  </a:extLst>
                </p:cNvPr>
                <p:cNvSpPr/>
                <p:nvPr/>
              </p:nvSpPr>
              <p:spPr>
                <a:xfrm>
                  <a:off x="5700250" y="572880"/>
                  <a:ext cx="76987" cy="57558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65" name="Rectangle 64">
                  <a:extLst>
                    <a:ext uri="{FF2B5EF4-FFF2-40B4-BE49-F238E27FC236}">
                      <a16:creationId xmlns:a16="http://schemas.microsoft.com/office/drawing/2014/main" id="{3B1B014A-276F-441E-A4BC-1723778438A8}"/>
                    </a:ext>
                  </a:extLst>
                </p:cNvPr>
                <p:cNvSpPr/>
                <p:nvPr/>
              </p:nvSpPr>
              <p:spPr>
                <a:xfrm>
                  <a:off x="5779726" y="572880"/>
                  <a:ext cx="76987" cy="57558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66" name="Rectangle 65">
                  <a:extLst>
                    <a:ext uri="{FF2B5EF4-FFF2-40B4-BE49-F238E27FC236}">
                      <a16:creationId xmlns:a16="http://schemas.microsoft.com/office/drawing/2014/main" id="{B87CF88B-D24D-4804-A035-8AF43C7A9E63}"/>
                    </a:ext>
                  </a:extLst>
                </p:cNvPr>
                <p:cNvSpPr/>
                <p:nvPr/>
              </p:nvSpPr>
              <p:spPr>
                <a:xfrm>
                  <a:off x="4345740" y="1583581"/>
                  <a:ext cx="736799" cy="33566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</p:grpSp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3A4940AF-2163-495B-A0E8-521B1BFB9DD0}"/>
                  </a:ext>
                </a:extLst>
              </p:cNvPr>
              <p:cNvSpPr/>
              <p:nvPr/>
            </p:nvSpPr>
            <p:spPr>
              <a:xfrm>
                <a:off x="9552762" y="4485640"/>
                <a:ext cx="2339342" cy="184315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B4A800E4-DC9B-4776-853C-41D3CC64299B}"/>
                  </a:ext>
                </a:extLst>
              </p:cNvPr>
              <p:cNvSpPr/>
              <p:nvPr/>
            </p:nvSpPr>
            <p:spPr>
              <a:xfrm>
                <a:off x="10622280" y="4484757"/>
                <a:ext cx="76200" cy="111975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76E1CD60-6289-4D4F-A7AD-CC0F8F9FDE81}"/>
                  </a:ext>
                </a:extLst>
              </p:cNvPr>
              <p:cNvSpPr/>
              <p:nvPr/>
            </p:nvSpPr>
            <p:spPr>
              <a:xfrm>
                <a:off x="10698480" y="4775795"/>
                <a:ext cx="1187122" cy="8576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30B518AC-B18B-4440-B3C2-900D02664EB5}"/>
                  </a:ext>
                </a:extLst>
              </p:cNvPr>
              <p:cNvSpPr/>
              <p:nvPr/>
            </p:nvSpPr>
            <p:spPr>
              <a:xfrm>
                <a:off x="10698480" y="4861153"/>
                <a:ext cx="1187122" cy="8576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C4E2961D-8086-41DB-B3A6-2E728E13EEFF}"/>
                  </a:ext>
                </a:extLst>
              </p:cNvPr>
              <p:cNvSpPr/>
              <p:nvPr/>
            </p:nvSpPr>
            <p:spPr>
              <a:xfrm>
                <a:off x="10698480" y="4944400"/>
                <a:ext cx="1187122" cy="8576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74" name="Rectangle 73">
                <a:extLst>
                  <a:ext uri="{FF2B5EF4-FFF2-40B4-BE49-F238E27FC236}">
                    <a16:creationId xmlns:a16="http://schemas.microsoft.com/office/drawing/2014/main" id="{AD144C6B-4B4C-48DB-AF4F-EA362948C038}"/>
                  </a:ext>
                </a:extLst>
              </p:cNvPr>
              <p:cNvSpPr/>
              <p:nvPr/>
            </p:nvSpPr>
            <p:spPr>
              <a:xfrm>
                <a:off x="9551563" y="5517283"/>
                <a:ext cx="1070717" cy="8576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F4FA675F-78D0-4EF0-9E7A-94FF070EE79C}"/>
                  </a:ext>
                </a:extLst>
              </p:cNvPr>
              <p:cNvSpPr/>
              <p:nvPr/>
            </p:nvSpPr>
            <p:spPr>
              <a:xfrm>
                <a:off x="9551163" y="5430056"/>
                <a:ext cx="1070717" cy="8576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A645516C-A95E-4FE9-82F1-008C7C01547B}"/>
                  </a:ext>
                </a:extLst>
              </p:cNvPr>
              <p:cNvSpPr/>
              <p:nvPr/>
            </p:nvSpPr>
            <p:spPr>
              <a:xfrm>
                <a:off x="9551563" y="5341713"/>
                <a:ext cx="1070317" cy="8576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DCB031EF-312B-4B31-988F-E55022745D9D}"/>
                  </a:ext>
                </a:extLst>
              </p:cNvPr>
              <p:cNvSpPr/>
              <p:nvPr/>
            </p:nvSpPr>
            <p:spPr>
              <a:xfrm>
                <a:off x="9551163" y="5255948"/>
                <a:ext cx="1070317" cy="8576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537C7C01-0311-4173-84FC-51D924990BCA}"/>
                  </a:ext>
                </a:extLst>
              </p:cNvPr>
              <p:cNvSpPr/>
              <p:nvPr/>
            </p:nvSpPr>
            <p:spPr>
              <a:xfrm>
                <a:off x="9551162" y="5167605"/>
                <a:ext cx="1070317" cy="8576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F8C6C175-4AEF-4041-8D7E-EE1209FE7AFE}"/>
                  </a:ext>
                </a:extLst>
              </p:cNvPr>
              <p:cNvSpPr/>
              <p:nvPr/>
            </p:nvSpPr>
            <p:spPr>
              <a:xfrm>
                <a:off x="9551162" y="5080551"/>
                <a:ext cx="1070317" cy="8576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660FD356-2D06-4041-9F42-1091343A6276}"/>
                  </a:ext>
                </a:extLst>
              </p:cNvPr>
              <p:cNvSpPr/>
              <p:nvPr/>
            </p:nvSpPr>
            <p:spPr>
              <a:xfrm>
                <a:off x="9551962" y="4993497"/>
                <a:ext cx="1070317" cy="8576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993EA4BF-41B5-4AB0-A0A9-E1F0BAE00443}"/>
                  </a:ext>
                </a:extLst>
              </p:cNvPr>
              <p:cNvSpPr/>
              <p:nvPr/>
            </p:nvSpPr>
            <p:spPr>
              <a:xfrm>
                <a:off x="9551962" y="4907654"/>
                <a:ext cx="1070317" cy="8576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ECC5062E-67B5-453B-BD70-62FE5B9FC5D4}"/>
                  </a:ext>
                </a:extLst>
              </p:cNvPr>
              <p:cNvSpPr/>
              <p:nvPr/>
            </p:nvSpPr>
            <p:spPr>
              <a:xfrm>
                <a:off x="9551962" y="4821284"/>
                <a:ext cx="1070317" cy="8576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83" name="Rectangle 82">
                <a:extLst>
                  <a:ext uri="{FF2B5EF4-FFF2-40B4-BE49-F238E27FC236}">
                    <a16:creationId xmlns:a16="http://schemas.microsoft.com/office/drawing/2014/main" id="{8C5A152C-DC20-4A71-B954-40523720E056}"/>
                  </a:ext>
                </a:extLst>
              </p:cNvPr>
              <p:cNvSpPr/>
              <p:nvPr/>
            </p:nvSpPr>
            <p:spPr>
              <a:xfrm>
                <a:off x="9551962" y="4737084"/>
                <a:ext cx="1070317" cy="8576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F71D4A8F-6FCD-44CD-B4C0-797862CD853C}"/>
                  </a:ext>
                </a:extLst>
              </p:cNvPr>
              <p:cNvSpPr/>
              <p:nvPr/>
            </p:nvSpPr>
            <p:spPr>
              <a:xfrm>
                <a:off x="9551162" y="4654448"/>
                <a:ext cx="1070317" cy="8576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2CC24E1D-B580-428B-904D-0FDCE9988612}"/>
                  </a:ext>
                </a:extLst>
              </p:cNvPr>
              <p:cNvSpPr/>
              <p:nvPr/>
            </p:nvSpPr>
            <p:spPr>
              <a:xfrm>
                <a:off x="9551162" y="4568480"/>
                <a:ext cx="1070317" cy="8576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</p:grp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4C7D0B94-6121-45AB-A7B3-965F02F1A5A2}"/>
                </a:ext>
              </a:extLst>
            </p:cNvPr>
            <p:cNvSpPr/>
            <p:nvPr/>
          </p:nvSpPr>
          <p:spPr>
            <a:xfrm>
              <a:off x="5212079" y="4501763"/>
              <a:ext cx="135173" cy="5486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BEF226D0-FCF0-49BE-BA53-9A99FF238123}"/>
                </a:ext>
              </a:extLst>
            </p:cNvPr>
            <p:cNvSpPr/>
            <p:nvPr/>
          </p:nvSpPr>
          <p:spPr>
            <a:xfrm>
              <a:off x="11189135" y="4071588"/>
              <a:ext cx="284221" cy="5486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93" name="Rectangle 92">
            <a:extLst>
              <a:ext uri="{FF2B5EF4-FFF2-40B4-BE49-F238E27FC236}">
                <a16:creationId xmlns:a16="http://schemas.microsoft.com/office/drawing/2014/main" id="{EF09A55C-4F9D-4DE8-8A5B-942DF6D259E6}"/>
              </a:ext>
            </a:extLst>
          </p:cNvPr>
          <p:cNvSpPr/>
          <p:nvPr/>
        </p:nvSpPr>
        <p:spPr>
          <a:xfrm>
            <a:off x="711906" y="585062"/>
            <a:ext cx="2179826" cy="234863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94" name="Picture 93">
            <a:extLst>
              <a:ext uri="{FF2B5EF4-FFF2-40B4-BE49-F238E27FC236}">
                <a16:creationId xmlns:a16="http://schemas.microsoft.com/office/drawing/2014/main" id="{35F663AA-C922-45EF-8CF2-819B189098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83569" y="3190748"/>
            <a:ext cx="508335" cy="264835"/>
          </a:xfrm>
          <a:prstGeom prst="rect">
            <a:avLst/>
          </a:prstGeom>
        </p:spPr>
      </p:pic>
      <p:sp>
        <p:nvSpPr>
          <p:cNvPr id="92" name="TextBox 91">
            <a:extLst>
              <a:ext uri="{FF2B5EF4-FFF2-40B4-BE49-F238E27FC236}">
                <a16:creationId xmlns:a16="http://schemas.microsoft.com/office/drawing/2014/main" id="{E91FB479-D824-4CC7-9FE9-913658FD3746}"/>
              </a:ext>
            </a:extLst>
          </p:cNvPr>
          <p:cNvSpPr txBox="1"/>
          <p:nvPr/>
        </p:nvSpPr>
        <p:spPr>
          <a:xfrm>
            <a:off x="1046392" y="1370581"/>
            <a:ext cx="15830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Регистратура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DB35732F-16B8-4021-A610-EA9D09B9FB81}"/>
              </a:ext>
            </a:extLst>
          </p:cNvPr>
          <p:cNvSpPr txBox="1"/>
          <p:nvPr/>
        </p:nvSpPr>
        <p:spPr>
          <a:xfrm>
            <a:off x="3911158" y="4856223"/>
            <a:ext cx="15830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ИТ. Отдел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199C8B90-754A-4AD1-88A8-BC56F58E1106}"/>
              </a:ext>
            </a:extLst>
          </p:cNvPr>
          <p:cNvSpPr txBox="1"/>
          <p:nvPr/>
        </p:nvSpPr>
        <p:spPr>
          <a:xfrm>
            <a:off x="5297976" y="4842491"/>
            <a:ext cx="15830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Архив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14A0B67D-B8AA-4301-9079-3EAF787FC1AB}"/>
              </a:ext>
            </a:extLst>
          </p:cNvPr>
          <p:cNvSpPr txBox="1"/>
          <p:nvPr/>
        </p:nvSpPr>
        <p:spPr>
          <a:xfrm>
            <a:off x="3159760" y="71120"/>
            <a:ext cx="4592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этаж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CABE1880-8691-4432-805B-DD209A65D605}"/>
              </a:ext>
            </a:extLst>
          </p:cNvPr>
          <p:cNvSpPr txBox="1"/>
          <p:nvPr/>
        </p:nvSpPr>
        <p:spPr>
          <a:xfrm>
            <a:off x="2703131" y="4842491"/>
            <a:ext cx="1080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Кабинет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4B4BEB17-CCF5-4DDD-AD2A-4FC486051FFE}"/>
              </a:ext>
            </a:extLst>
          </p:cNvPr>
          <p:cNvSpPr txBox="1"/>
          <p:nvPr/>
        </p:nvSpPr>
        <p:spPr>
          <a:xfrm>
            <a:off x="955358" y="4862888"/>
            <a:ext cx="1080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Кабинет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FA151E2C-C106-4C3C-8A19-4DB419AA826E}"/>
              </a:ext>
            </a:extLst>
          </p:cNvPr>
          <p:cNvSpPr txBox="1"/>
          <p:nvPr/>
        </p:nvSpPr>
        <p:spPr>
          <a:xfrm>
            <a:off x="6249487" y="4833788"/>
            <a:ext cx="1080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Кабинет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E8B9F678-3EAC-418C-BD20-46766A079ED7}"/>
              </a:ext>
            </a:extLst>
          </p:cNvPr>
          <p:cNvSpPr txBox="1"/>
          <p:nvPr/>
        </p:nvSpPr>
        <p:spPr>
          <a:xfrm>
            <a:off x="7324162" y="4842491"/>
            <a:ext cx="1080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Кабинет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CAA3A14E-DD04-4A45-A541-1CDE59256D11}"/>
              </a:ext>
            </a:extLst>
          </p:cNvPr>
          <p:cNvSpPr txBox="1"/>
          <p:nvPr/>
        </p:nvSpPr>
        <p:spPr>
          <a:xfrm>
            <a:off x="8405195" y="4842491"/>
            <a:ext cx="1080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Кабинет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AFFF2861-B59E-4E77-8998-57C247F494B1}"/>
              </a:ext>
            </a:extLst>
          </p:cNvPr>
          <p:cNvSpPr txBox="1"/>
          <p:nvPr/>
        </p:nvSpPr>
        <p:spPr>
          <a:xfrm>
            <a:off x="3089537" y="1367414"/>
            <a:ext cx="1080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Кабинет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08166176-BD67-4B10-B1A8-DDB16A96B595}"/>
              </a:ext>
            </a:extLst>
          </p:cNvPr>
          <p:cNvSpPr txBox="1"/>
          <p:nvPr/>
        </p:nvSpPr>
        <p:spPr>
          <a:xfrm>
            <a:off x="5906658" y="1366777"/>
            <a:ext cx="1080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Кабинет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A9E6E55B-B302-4CD2-AEEC-AF61A40A6F23}"/>
              </a:ext>
            </a:extLst>
          </p:cNvPr>
          <p:cNvSpPr txBox="1"/>
          <p:nvPr/>
        </p:nvSpPr>
        <p:spPr>
          <a:xfrm>
            <a:off x="7190100" y="1366777"/>
            <a:ext cx="1080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Кабинет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0CBE888B-1BFA-43CF-9205-1C048AF4E4EB}"/>
              </a:ext>
            </a:extLst>
          </p:cNvPr>
          <p:cNvSpPr txBox="1"/>
          <p:nvPr/>
        </p:nvSpPr>
        <p:spPr>
          <a:xfrm>
            <a:off x="8431128" y="1375818"/>
            <a:ext cx="1080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Кабинет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6B30FC79-8FD3-463A-9D4B-D8FB5E59ECB6}"/>
              </a:ext>
            </a:extLst>
          </p:cNvPr>
          <p:cNvSpPr txBox="1"/>
          <p:nvPr/>
        </p:nvSpPr>
        <p:spPr>
          <a:xfrm>
            <a:off x="10120063" y="1355051"/>
            <a:ext cx="1080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Кабинет</a:t>
            </a:r>
          </a:p>
        </p:txBody>
      </p:sp>
      <p:sp>
        <p:nvSpPr>
          <p:cNvPr id="2" name="AutoShape 2" descr="Picture background">
            <a:extLst>
              <a:ext uri="{FF2B5EF4-FFF2-40B4-BE49-F238E27FC236}">
                <a16:creationId xmlns:a16="http://schemas.microsoft.com/office/drawing/2014/main" id="{450C4FF5-4679-4198-81C5-CC88F19C993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" name="AutoShape 4" descr="Picture background">
            <a:extLst>
              <a:ext uri="{FF2B5EF4-FFF2-40B4-BE49-F238E27FC236}">
                <a16:creationId xmlns:a16="http://schemas.microsoft.com/office/drawing/2014/main" id="{12B87431-4923-4C76-9A03-FBEB4D00EDC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030" name="Picture 6" descr="Picture background">
            <a:extLst>
              <a:ext uri="{FF2B5EF4-FFF2-40B4-BE49-F238E27FC236}">
                <a16:creationId xmlns:a16="http://schemas.microsoft.com/office/drawing/2014/main" id="{A6A997BB-1B27-4C52-B6E4-0305C8A975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572794" y="2790867"/>
            <a:ext cx="729533" cy="729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7" name="Picture 116">
            <a:extLst>
              <a:ext uri="{FF2B5EF4-FFF2-40B4-BE49-F238E27FC236}">
                <a16:creationId xmlns:a16="http://schemas.microsoft.com/office/drawing/2014/main" id="{7198AAFF-2F2E-470F-9E1B-1BE2FE9D6C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589370" y="3339384"/>
            <a:ext cx="422991" cy="422991"/>
          </a:xfrm>
          <a:prstGeom prst="rect">
            <a:avLst/>
          </a:prstGeom>
        </p:spPr>
      </p:pic>
      <p:pic>
        <p:nvPicPr>
          <p:cNvPr id="98" name="Picture 6" descr="Picture background">
            <a:extLst>
              <a:ext uri="{FF2B5EF4-FFF2-40B4-BE49-F238E27FC236}">
                <a16:creationId xmlns:a16="http://schemas.microsoft.com/office/drawing/2014/main" id="{7CF8CDDF-BCED-412D-9CD7-6A9F21C105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11200696" y="2928798"/>
            <a:ext cx="729533" cy="729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9" name="Picture 98">
            <a:extLst>
              <a:ext uri="{FF2B5EF4-FFF2-40B4-BE49-F238E27FC236}">
                <a16:creationId xmlns:a16="http://schemas.microsoft.com/office/drawing/2014/main" id="{1E33858A-0A4E-4E0A-A961-82BB9684D5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1782919" y="3133815"/>
            <a:ext cx="508335" cy="264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0599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A1B0F9C2-7396-43C2-97AC-D48AB39895D2}"/>
              </a:ext>
            </a:extLst>
          </p:cNvPr>
          <p:cNvGrpSpPr/>
          <p:nvPr/>
        </p:nvGrpSpPr>
        <p:grpSpPr>
          <a:xfrm>
            <a:off x="299896" y="564101"/>
            <a:ext cx="11734296" cy="5764696"/>
            <a:chOff x="299896" y="564101"/>
            <a:chExt cx="11734296" cy="5764696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4CEAD491-D2EA-4BDA-924C-72261F001F8E}"/>
                </a:ext>
              </a:extLst>
            </p:cNvPr>
            <p:cNvGrpSpPr/>
            <p:nvPr/>
          </p:nvGrpSpPr>
          <p:grpSpPr>
            <a:xfrm>
              <a:off x="299896" y="564101"/>
              <a:ext cx="11734296" cy="5764696"/>
              <a:chOff x="299896" y="564101"/>
              <a:chExt cx="11734296" cy="5764696"/>
            </a:xfrm>
          </p:grpSpPr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29289667-38AD-4A0E-9C5A-B43EEBD90475}"/>
                  </a:ext>
                </a:extLst>
              </p:cNvPr>
              <p:cNvGrpSpPr/>
              <p:nvPr/>
            </p:nvGrpSpPr>
            <p:grpSpPr>
              <a:xfrm>
                <a:off x="299896" y="564101"/>
                <a:ext cx="11734296" cy="5764696"/>
                <a:chOff x="299896" y="564101"/>
                <a:chExt cx="11734296" cy="5764696"/>
              </a:xfrm>
            </p:grpSpPr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3F63AB24-A4E3-43A8-B327-97260FD59754}"/>
                    </a:ext>
                  </a:extLst>
                </p:cNvPr>
                <p:cNvSpPr/>
                <p:nvPr/>
              </p:nvSpPr>
              <p:spPr>
                <a:xfrm>
                  <a:off x="553544" y="564101"/>
                  <a:ext cx="11338560" cy="5764696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ru-RU" dirty="0"/>
                    <a:t>ё</a:t>
                  </a:r>
                </a:p>
              </p:txBody>
            </p:sp>
            <p:grpSp>
              <p:nvGrpSpPr>
                <p:cNvPr id="27" name="Group 26">
                  <a:extLst>
                    <a:ext uri="{FF2B5EF4-FFF2-40B4-BE49-F238E27FC236}">
                      <a16:creationId xmlns:a16="http://schemas.microsoft.com/office/drawing/2014/main" id="{4CAF9FE1-C0D5-46F6-B20D-35A36C015392}"/>
                    </a:ext>
                  </a:extLst>
                </p:cNvPr>
                <p:cNvGrpSpPr/>
                <p:nvPr/>
              </p:nvGrpSpPr>
              <p:grpSpPr>
                <a:xfrm>
                  <a:off x="556591" y="572494"/>
                  <a:ext cx="11335513" cy="2140226"/>
                  <a:chOff x="556591" y="572494"/>
                  <a:chExt cx="11335513" cy="1804946"/>
                </a:xfrm>
              </p:grpSpPr>
              <p:sp>
                <p:nvSpPr>
                  <p:cNvPr id="71" name="Rectangle 70">
                    <a:extLst>
                      <a:ext uri="{FF2B5EF4-FFF2-40B4-BE49-F238E27FC236}">
                        <a16:creationId xmlns:a16="http://schemas.microsoft.com/office/drawing/2014/main" id="{EFAC358E-120D-42D1-95C1-72D6A058D5DF}"/>
                      </a:ext>
                    </a:extLst>
                  </p:cNvPr>
                  <p:cNvSpPr/>
                  <p:nvPr/>
                </p:nvSpPr>
                <p:spPr>
                  <a:xfrm>
                    <a:off x="556591" y="572494"/>
                    <a:ext cx="1253921" cy="1804946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ru-RU" dirty="0"/>
                      <a:t>1</a:t>
                    </a:r>
                  </a:p>
                </p:txBody>
              </p:sp>
              <p:sp>
                <p:nvSpPr>
                  <p:cNvPr id="72" name="Rectangle 71">
                    <a:extLst>
                      <a:ext uri="{FF2B5EF4-FFF2-40B4-BE49-F238E27FC236}">
                        <a16:creationId xmlns:a16="http://schemas.microsoft.com/office/drawing/2014/main" id="{46D50630-20CC-476B-B052-440E3B185B41}"/>
                      </a:ext>
                    </a:extLst>
                  </p:cNvPr>
                  <p:cNvSpPr/>
                  <p:nvPr/>
                </p:nvSpPr>
                <p:spPr>
                  <a:xfrm>
                    <a:off x="4312258" y="572494"/>
                    <a:ext cx="1630017" cy="1804946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sp>
                <p:nvSpPr>
                  <p:cNvPr id="73" name="Rectangle 72">
                    <a:extLst>
                      <a:ext uri="{FF2B5EF4-FFF2-40B4-BE49-F238E27FC236}">
                        <a16:creationId xmlns:a16="http://schemas.microsoft.com/office/drawing/2014/main" id="{893BC248-A479-4D1B-B9B2-ACEA5C80922A}"/>
                      </a:ext>
                    </a:extLst>
                  </p:cNvPr>
                  <p:cNvSpPr/>
                  <p:nvPr/>
                </p:nvSpPr>
                <p:spPr>
                  <a:xfrm>
                    <a:off x="1810512" y="572494"/>
                    <a:ext cx="1253921" cy="1804946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 dirty="0"/>
                  </a:p>
                </p:txBody>
              </p:sp>
              <p:sp>
                <p:nvSpPr>
                  <p:cNvPr id="74" name="Rectangle 73">
                    <a:extLst>
                      <a:ext uri="{FF2B5EF4-FFF2-40B4-BE49-F238E27FC236}">
                        <a16:creationId xmlns:a16="http://schemas.microsoft.com/office/drawing/2014/main" id="{FA2C7064-10C1-4832-803D-81D0305010C9}"/>
                      </a:ext>
                    </a:extLst>
                  </p:cNvPr>
                  <p:cNvSpPr/>
                  <p:nvPr/>
                </p:nvSpPr>
                <p:spPr>
                  <a:xfrm>
                    <a:off x="3064433" y="572494"/>
                    <a:ext cx="1253921" cy="1804946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sp>
                <p:nvSpPr>
                  <p:cNvPr id="75" name="Rectangle 74">
                    <a:extLst>
                      <a:ext uri="{FF2B5EF4-FFF2-40B4-BE49-F238E27FC236}">
                        <a16:creationId xmlns:a16="http://schemas.microsoft.com/office/drawing/2014/main" id="{1EE273BD-A72B-4A75-B19C-793B4BF6ECFC}"/>
                      </a:ext>
                    </a:extLst>
                  </p:cNvPr>
                  <p:cNvSpPr/>
                  <p:nvPr/>
                </p:nvSpPr>
                <p:spPr>
                  <a:xfrm>
                    <a:off x="5942275" y="572494"/>
                    <a:ext cx="1098605" cy="1804946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sp>
                <p:nvSpPr>
                  <p:cNvPr id="76" name="Rectangle 75">
                    <a:extLst>
                      <a:ext uri="{FF2B5EF4-FFF2-40B4-BE49-F238E27FC236}">
                        <a16:creationId xmlns:a16="http://schemas.microsoft.com/office/drawing/2014/main" id="{9F4D8669-7889-438C-80B1-441E26E3C8F0}"/>
                      </a:ext>
                    </a:extLst>
                  </p:cNvPr>
                  <p:cNvSpPr/>
                  <p:nvPr/>
                </p:nvSpPr>
                <p:spPr>
                  <a:xfrm>
                    <a:off x="9752938" y="572494"/>
                    <a:ext cx="2139166" cy="1804946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sp>
                <p:nvSpPr>
                  <p:cNvPr id="77" name="Rectangle 76">
                    <a:extLst>
                      <a:ext uri="{FF2B5EF4-FFF2-40B4-BE49-F238E27FC236}">
                        <a16:creationId xmlns:a16="http://schemas.microsoft.com/office/drawing/2014/main" id="{DEE0E2CC-F3CE-45A6-B729-A562C8AF322F}"/>
                      </a:ext>
                    </a:extLst>
                  </p:cNvPr>
                  <p:cNvSpPr/>
                  <p:nvPr/>
                </p:nvSpPr>
                <p:spPr>
                  <a:xfrm>
                    <a:off x="7040880" y="572494"/>
                    <a:ext cx="1363980" cy="1804946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sp>
                <p:nvSpPr>
                  <p:cNvPr id="78" name="Rectangle 77">
                    <a:extLst>
                      <a:ext uri="{FF2B5EF4-FFF2-40B4-BE49-F238E27FC236}">
                        <a16:creationId xmlns:a16="http://schemas.microsoft.com/office/drawing/2014/main" id="{93BC08C0-5001-4FAF-8CEE-697874BBF383}"/>
                      </a:ext>
                    </a:extLst>
                  </p:cNvPr>
                  <p:cNvSpPr/>
                  <p:nvPr/>
                </p:nvSpPr>
                <p:spPr>
                  <a:xfrm>
                    <a:off x="8388957" y="572494"/>
                    <a:ext cx="1363980" cy="1804946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 dirty="0"/>
                  </a:p>
                </p:txBody>
              </p:sp>
            </p:grpSp>
            <p:grpSp>
              <p:nvGrpSpPr>
                <p:cNvPr id="28" name="Group 27">
                  <a:extLst>
                    <a:ext uri="{FF2B5EF4-FFF2-40B4-BE49-F238E27FC236}">
                      <a16:creationId xmlns:a16="http://schemas.microsoft.com/office/drawing/2014/main" id="{FA99CD03-B648-4FF9-AD03-EF43877DC964}"/>
                    </a:ext>
                  </a:extLst>
                </p:cNvPr>
                <p:cNvGrpSpPr/>
                <p:nvPr/>
              </p:nvGrpSpPr>
              <p:grpSpPr>
                <a:xfrm>
                  <a:off x="556591" y="4145281"/>
                  <a:ext cx="11335513" cy="2183516"/>
                  <a:chOff x="556591" y="4523851"/>
                  <a:chExt cx="11335513" cy="1804946"/>
                </a:xfrm>
              </p:grpSpPr>
              <p:sp>
                <p:nvSpPr>
                  <p:cNvPr id="63" name="Rectangle 62">
                    <a:extLst>
                      <a:ext uri="{FF2B5EF4-FFF2-40B4-BE49-F238E27FC236}">
                        <a16:creationId xmlns:a16="http://schemas.microsoft.com/office/drawing/2014/main" id="{7E07162E-E3AC-43A1-B440-74DE66FFF515}"/>
                      </a:ext>
                    </a:extLst>
                  </p:cNvPr>
                  <p:cNvSpPr/>
                  <p:nvPr/>
                </p:nvSpPr>
                <p:spPr>
                  <a:xfrm>
                    <a:off x="556591" y="4523851"/>
                    <a:ext cx="2139166" cy="1804946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sp>
                <p:nvSpPr>
                  <p:cNvPr id="64" name="Rectangle 63">
                    <a:extLst>
                      <a:ext uri="{FF2B5EF4-FFF2-40B4-BE49-F238E27FC236}">
                        <a16:creationId xmlns:a16="http://schemas.microsoft.com/office/drawing/2014/main" id="{BC2AACA6-59C2-4454-87E7-4DA193945DA1}"/>
                      </a:ext>
                    </a:extLst>
                  </p:cNvPr>
                  <p:cNvSpPr/>
                  <p:nvPr/>
                </p:nvSpPr>
                <p:spPr>
                  <a:xfrm>
                    <a:off x="2695757" y="4523851"/>
                    <a:ext cx="1098605" cy="1804946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 dirty="0"/>
                  </a:p>
                </p:txBody>
              </p:sp>
              <p:sp>
                <p:nvSpPr>
                  <p:cNvPr id="65" name="Rectangle 64">
                    <a:extLst>
                      <a:ext uri="{FF2B5EF4-FFF2-40B4-BE49-F238E27FC236}">
                        <a16:creationId xmlns:a16="http://schemas.microsoft.com/office/drawing/2014/main" id="{D4376175-81EF-4004-8CEC-1110EE2FDD0B}"/>
                      </a:ext>
                    </a:extLst>
                  </p:cNvPr>
                  <p:cNvSpPr/>
                  <p:nvPr/>
                </p:nvSpPr>
                <p:spPr>
                  <a:xfrm>
                    <a:off x="3794362" y="4523851"/>
                    <a:ext cx="1363980" cy="1804946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sp>
                <p:nvSpPr>
                  <p:cNvPr id="66" name="Rectangle 65">
                    <a:extLst>
                      <a:ext uri="{FF2B5EF4-FFF2-40B4-BE49-F238E27FC236}">
                        <a16:creationId xmlns:a16="http://schemas.microsoft.com/office/drawing/2014/main" id="{84A83804-E1A5-4CF3-9857-A92DE3DCEBF2}"/>
                      </a:ext>
                    </a:extLst>
                  </p:cNvPr>
                  <p:cNvSpPr/>
                  <p:nvPr/>
                </p:nvSpPr>
                <p:spPr>
                  <a:xfrm>
                    <a:off x="5158342" y="4523851"/>
                    <a:ext cx="1098605" cy="1804946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 dirty="0"/>
                  </a:p>
                </p:txBody>
              </p:sp>
              <p:sp>
                <p:nvSpPr>
                  <p:cNvPr id="67" name="Rectangle 66">
                    <a:extLst>
                      <a:ext uri="{FF2B5EF4-FFF2-40B4-BE49-F238E27FC236}">
                        <a16:creationId xmlns:a16="http://schemas.microsoft.com/office/drawing/2014/main" id="{D0A24C2A-5133-49D7-8F1A-AE1740FD7C94}"/>
                      </a:ext>
                    </a:extLst>
                  </p:cNvPr>
                  <p:cNvSpPr/>
                  <p:nvPr/>
                </p:nvSpPr>
                <p:spPr>
                  <a:xfrm>
                    <a:off x="6256947" y="4523851"/>
                    <a:ext cx="1098605" cy="1804946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 dirty="0"/>
                  </a:p>
                </p:txBody>
              </p:sp>
              <p:sp>
                <p:nvSpPr>
                  <p:cNvPr id="68" name="Rectangle 67">
                    <a:extLst>
                      <a:ext uri="{FF2B5EF4-FFF2-40B4-BE49-F238E27FC236}">
                        <a16:creationId xmlns:a16="http://schemas.microsoft.com/office/drawing/2014/main" id="{A645B154-F456-40FC-A3E3-6953D1BA5D10}"/>
                      </a:ext>
                    </a:extLst>
                  </p:cNvPr>
                  <p:cNvSpPr/>
                  <p:nvPr/>
                </p:nvSpPr>
                <p:spPr>
                  <a:xfrm>
                    <a:off x="7355552" y="4523851"/>
                    <a:ext cx="1098605" cy="1804946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 dirty="0"/>
                  </a:p>
                </p:txBody>
              </p:sp>
              <p:sp>
                <p:nvSpPr>
                  <p:cNvPr id="69" name="Rectangle 68">
                    <a:extLst>
                      <a:ext uri="{FF2B5EF4-FFF2-40B4-BE49-F238E27FC236}">
                        <a16:creationId xmlns:a16="http://schemas.microsoft.com/office/drawing/2014/main" id="{8C042430-EAC9-4856-8C6E-C18F174A5AA3}"/>
                      </a:ext>
                    </a:extLst>
                  </p:cNvPr>
                  <p:cNvSpPr/>
                  <p:nvPr/>
                </p:nvSpPr>
                <p:spPr>
                  <a:xfrm>
                    <a:off x="8454157" y="4523851"/>
                    <a:ext cx="1098605" cy="1804946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 dirty="0"/>
                  </a:p>
                </p:txBody>
              </p:sp>
              <p:sp>
                <p:nvSpPr>
                  <p:cNvPr id="70" name="Rectangle 69">
                    <a:extLst>
                      <a:ext uri="{FF2B5EF4-FFF2-40B4-BE49-F238E27FC236}">
                        <a16:creationId xmlns:a16="http://schemas.microsoft.com/office/drawing/2014/main" id="{FBB55F10-EED3-4C9B-8BDD-66A18CD3B4FA}"/>
                      </a:ext>
                    </a:extLst>
                  </p:cNvPr>
                  <p:cNvSpPr/>
                  <p:nvPr/>
                </p:nvSpPr>
                <p:spPr>
                  <a:xfrm>
                    <a:off x="9552762" y="4523851"/>
                    <a:ext cx="2339342" cy="1804946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</p:grpSp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AADB300C-B2DE-46D9-A795-AC6B8199B3D7}"/>
                    </a:ext>
                  </a:extLst>
                </p:cNvPr>
                <p:cNvSpPr/>
                <p:nvPr/>
              </p:nvSpPr>
              <p:spPr>
                <a:xfrm>
                  <a:off x="903133" y="2506626"/>
                  <a:ext cx="560836" cy="33566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4799CBF8-8129-459E-BAA8-69CF5F51824D}"/>
                    </a:ext>
                  </a:extLst>
                </p:cNvPr>
                <p:cNvSpPr/>
                <p:nvPr/>
              </p:nvSpPr>
              <p:spPr>
                <a:xfrm>
                  <a:off x="2150959" y="2519165"/>
                  <a:ext cx="560836" cy="33566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 dirty="0"/>
                </a:p>
              </p:txBody>
            </p:sp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46EEFF7E-3678-4100-9D2E-72B8B63F3081}"/>
                    </a:ext>
                  </a:extLst>
                </p:cNvPr>
                <p:cNvSpPr/>
                <p:nvPr/>
              </p:nvSpPr>
              <p:spPr>
                <a:xfrm>
                  <a:off x="3410975" y="2506626"/>
                  <a:ext cx="560836" cy="33566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32" name="Rectangle 31">
                  <a:extLst>
                    <a:ext uri="{FF2B5EF4-FFF2-40B4-BE49-F238E27FC236}">
                      <a16:creationId xmlns:a16="http://schemas.microsoft.com/office/drawing/2014/main" id="{B1E7CACE-1D88-43A2-9533-B3DAF2C3B0ED}"/>
                    </a:ext>
                  </a:extLst>
                </p:cNvPr>
                <p:cNvSpPr/>
                <p:nvPr/>
              </p:nvSpPr>
              <p:spPr>
                <a:xfrm>
                  <a:off x="4849896" y="2506626"/>
                  <a:ext cx="560836" cy="33566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B6676188-28B8-4169-BD1F-7C3CEC189F95}"/>
                    </a:ext>
                  </a:extLst>
                </p:cNvPr>
                <p:cNvSpPr/>
                <p:nvPr/>
              </p:nvSpPr>
              <p:spPr>
                <a:xfrm>
                  <a:off x="6204980" y="2519165"/>
                  <a:ext cx="560836" cy="33566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34" name="Rectangle 33">
                  <a:extLst>
                    <a:ext uri="{FF2B5EF4-FFF2-40B4-BE49-F238E27FC236}">
                      <a16:creationId xmlns:a16="http://schemas.microsoft.com/office/drawing/2014/main" id="{8E7F46AC-44C5-46CB-8204-42EC1467618A}"/>
                    </a:ext>
                  </a:extLst>
                </p:cNvPr>
                <p:cNvSpPr/>
                <p:nvPr/>
              </p:nvSpPr>
              <p:spPr>
                <a:xfrm>
                  <a:off x="7440636" y="2519165"/>
                  <a:ext cx="560836" cy="33566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1106AD38-A88E-4962-99AA-053265370D73}"/>
                    </a:ext>
                  </a:extLst>
                </p:cNvPr>
                <p:cNvSpPr/>
                <p:nvPr/>
              </p:nvSpPr>
              <p:spPr>
                <a:xfrm>
                  <a:off x="8788713" y="2475134"/>
                  <a:ext cx="560836" cy="33566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36" name="Rectangle 35">
                  <a:extLst>
                    <a:ext uri="{FF2B5EF4-FFF2-40B4-BE49-F238E27FC236}">
                      <a16:creationId xmlns:a16="http://schemas.microsoft.com/office/drawing/2014/main" id="{1161E0F3-622F-4998-B7AD-C41B44097EDA}"/>
                    </a:ext>
                  </a:extLst>
                </p:cNvPr>
                <p:cNvSpPr/>
                <p:nvPr/>
              </p:nvSpPr>
              <p:spPr>
                <a:xfrm>
                  <a:off x="10542103" y="2506939"/>
                  <a:ext cx="560836" cy="33566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5769E1B6-78AC-4102-B466-804BF42A6085}"/>
                    </a:ext>
                  </a:extLst>
                </p:cNvPr>
                <p:cNvSpPr/>
                <p:nvPr/>
              </p:nvSpPr>
              <p:spPr>
                <a:xfrm>
                  <a:off x="1597152" y="3951726"/>
                  <a:ext cx="560836" cy="33566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38" name="Rectangle 37">
                  <a:extLst>
                    <a:ext uri="{FF2B5EF4-FFF2-40B4-BE49-F238E27FC236}">
                      <a16:creationId xmlns:a16="http://schemas.microsoft.com/office/drawing/2014/main" id="{0BCA5B7F-EF86-431A-B4A0-BB62BCD1F449}"/>
                    </a:ext>
                  </a:extLst>
                </p:cNvPr>
                <p:cNvSpPr/>
                <p:nvPr/>
              </p:nvSpPr>
              <p:spPr>
                <a:xfrm>
                  <a:off x="2964641" y="3988534"/>
                  <a:ext cx="560836" cy="33566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7893227B-0A38-4113-9EC4-07796377AE7D}"/>
                    </a:ext>
                  </a:extLst>
                </p:cNvPr>
                <p:cNvSpPr/>
                <p:nvPr/>
              </p:nvSpPr>
              <p:spPr>
                <a:xfrm>
                  <a:off x="4162733" y="3988534"/>
                  <a:ext cx="560836" cy="33566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40" name="Rectangle 39">
                  <a:extLst>
                    <a:ext uri="{FF2B5EF4-FFF2-40B4-BE49-F238E27FC236}">
                      <a16:creationId xmlns:a16="http://schemas.microsoft.com/office/drawing/2014/main" id="{F5D7B51B-A39E-4DB7-9A1E-6658DE5E2457}"/>
                    </a:ext>
                  </a:extLst>
                </p:cNvPr>
                <p:cNvSpPr/>
                <p:nvPr/>
              </p:nvSpPr>
              <p:spPr>
                <a:xfrm>
                  <a:off x="5387486" y="3982222"/>
                  <a:ext cx="560836" cy="33566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41" name="Rectangle 40">
                  <a:extLst>
                    <a:ext uri="{FF2B5EF4-FFF2-40B4-BE49-F238E27FC236}">
                      <a16:creationId xmlns:a16="http://schemas.microsoft.com/office/drawing/2014/main" id="{F924C38E-6217-461C-94DB-4A10ABE7EA26}"/>
                    </a:ext>
                  </a:extLst>
                </p:cNvPr>
                <p:cNvSpPr/>
                <p:nvPr/>
              </p:nvSpPr>
              <p:spPr>
                <a:xfrm>
                  <a:off x="6476544" y="3951726"/>
                  <a:ext cx="560836" cy="33566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42" name="Rectangle 41">
                  <a:extLst>
                    <a:ext uri="{FF2B5EF4-FFF2-40B4-BE49-F238E27FC236}">
                      <a16:creationId xmlns:a16="http://schemas.microsoft.com/office/drawing/2014/main" id="{AADDECA4-3D50-44CA-BBF7-B8A35F72392C}"/>
                    </a:ext>
                  </a:extLst>
                </p:cNvPr>
                <p:cNvSpPr/>
                <p:nvPr/>
              </p:nvSpPr>
              <p:spPr>
                <a:xfrm>
                  <a:off x="7603356" y="3951726"/>
                  <a:ext cx="560836" cy="33566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43" name="Rectangle 42">
                  <a:extLst>
                    <a:ext uri="{FF2B5EF4-FFF2-40B4-BE49-F238E27FC236}">
                      <a16:creationId xmlns:a16="http://schemas.microsoft.com/office/drawing/2014/main" id="{7D3C811E-AFF9-493A-BC75-92618276387A}"/>
                    </a:ext>
                  </a:extLst>
                </p:cNvPr>
                <p:cNvSpPr/>
                <p:nvPr/>
              </p:nvSpPr>
              <p:spPr>
                <a:xfrm>
                  <a:off x="8708077" y="3977448"/>
                  <a:ext cx="560836" cy="33566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44" name="Rectangle 43">
                  <a:extLst>
                    <a:ext uri="{FF2B5EF4-FFF2-40B4-BE49-F238E27FC236}">
                      <a16:creationId xmlns:a16="http://schemas.microsoft.com/office/drawing/2014/main" id="{9C7B72A2-C816-45DC-B7E0-9FF5C1BB4F1B}"/>
                    </a:ext>
                  </a:extLst>
                </p:cNvPr>
                <p:cNvSpPr/>
                <p:nvPr/>
              </p:nvSpPr>
              <p:spPr>
                <a:xfrm>
                  <a:off x="9566910" y="3920516"/>
                  <a:ext cx="2308860" cy="33566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45FE5115-BBD6-4B00-AF1C-FABBD6757FA8}"/>
                    </a:ext>
                  </a:extLst>
                </p:cNvPr>
                <p:cNvSpPr/>
                <p:nvPr/>
              </p:nvSpPr>
              <p:spPr>
                <a:xfrm>
                  <a:off x="299896" y="3038777"/>
                  <a:ext cx="560836" cy="586891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46" name="Rectangle 45">
                  <a:extLst>
                    <a:ext uri="{FF2B5EF4-FFF2-40B4-BE49-F238E27FC236}">
                      <a16:creationId xmlns:a16="http://schemas.microsoft.com/office/drawing/2014/main" id="{640AA4E7-3F59-4AF7-BB08-5A6EF0ECD37E}"/>
                    </a:ext>
                  </a:extLst>
                </p:cNvPr>
                <p:cNvSpPr/>
                <p:nvPr/>
              </p:nvSpPr>
              <p:spPr>
                <a:xfrm>
                  <a:off x="11473356" y="3038777"/>
                  <a:ext cx="560836" cy="586891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65542E43-07FE-4A8C-AA79-4CB8A623E039}"/>
                    </a:ext>
                  </a:extLst>
                </p:cNvPr>
                <p:cNvSpPr/>
                <p:nvPr/>
              </p:nvSpPr>
              <p:spPr>
                <a:xfrm>
                  <a:off x="4317338" y="572492"/>
                  <a:ext cx="1624935" cy="1154708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48" name="Rectangle 47">
                  <a:extLst>
                    <a:ext uri="{FF2B5EF4-FFF2-40B4-BE49-F238E27FC236}">
                      <a16:creationId xmlns:a16="http://schemas.microsoft.com/office/drawing/2014/main" id="{0B4168F4-A32E-44E9-8770-D049FB47D92E}"/>
                    </a:ext>
                  </a:extLst>
                </p:cNvPr>
                <p:cNvSpPr/>
                <p:nvPr/>
              </p:nvSpPr>
              <p:spPr>
                <a:xfrm>
                  <a:off x="5100319" y="1148080"/>
                  <a:ext cx="841954" cy="58060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49" name="Rectangle 48">
                  <a:extLst>
                    <a:ext uri="{FF2B5EF4-FFF2-40B4-BE49-F238E27FC236}">
                      <a16:creationId xmlns:a16="http://schemas.microsoft.com/office/drawing/2014/main" id="{F4BD001E-4A9B-4147-8E66-BF920CFEE34D}"/>
                    </a:ext>
                  </a:extLst>
                </p:cNvPr>
                <p:cNvSpPr/>
                <p:nvPr/>
              </p:nvSpPr>
              <p:spPr>
                <a:xfrm>
                  <a:off x="4317338" y="1148080"/>
                  <a:ext cx="782981" cy="889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50" name="Rectangle 49">
                  <a:extLst>
                    <a:ext uri="{FF2B5EF4-FFF2-40B4-BE49-F238E27FC236}">
                      <a16:creationId xmlns:a16="http://schemas.microsoft.com/office/drawing/2014/main" id="{83A2754A-8A05-4FBF-9E2B-0E9DEE570BFA}"/>
                    </a:ext>
                  </a:extLst>
                </p:cNvPr>
                <p:cNvSpPr/>
                <p:nvPr/>
              </p:nvSpPr>
              <p:spPr>
                <a:xfrm>
                  <a:off x="4315965" y="1230812"/>
                  <a:ext cx="782981" cy="889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51" name="Rectangle 50">
                  <a:extLst>
                    <a:ext uri="{FF2B5EF4-FFF2-40B4-BE49-F238E27FC236}">
                      <a16:creationId xmlns:a16="http://schemas.microsoft.com/office/drawing/2014/main" id="{D5525707-D50A-48CA-B51E-55AF354D755B}"/>
                    </a:ext>
                  </a:extLst>
                </p:cNvPr>
                <p:cNvSpPr/>
                <p:nvPr/>
              </p:nvSpPr>
              <p:spPr>
                <a:xfrm>
                  <a:off x="4315917" y="1299574"/>
                  <a:ext cx="782981" cy="6712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52" name="Rectangle 51">
                  <a:extLst>
                    <a:ext uri="{FF2B5EF4-FFF2-40B4-BE49-F238E27FC236}">
                      <a16:creationId xmlns:a16="http://schemas.microsoft.com/office/drawing/2014/main" id="{48DEEF69-4DAA-42A9-B8F6-F8A69033A086}"/>
                    </a:ext>
                  </a:extLst>
                </p:cNvPr>
                <p:cNvSpPr/>
                <p:nvPr/>
              </p:nvSpPr>
              <p:spPr>
                <a:xfrm>
                  <a:off x="5098898" y="572494"/>
                  <a:ext cx="76987" cy="57558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3C754F5A-75E8-4AA0-9E6A-F10C5FFA1276}"/>
                    </a:ext>
                  </a:extLst>
                </p:cNvPr>
                <p:cNvSpPr/>
                <p:nvPr/>
              </p:nvSpPr>
              <p:spPr>
                <a:xfrm>
                  <a:off x="5175098" y="572494"/>
                  <a:ext cx="76987" cy="57558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169D7701-E185-4E2D-9756-E9918AAD049D}"/>
                    </a:ext>
                  </a:extLst>
                </p:cNvPr>
                <p:cNvSpPr/>
                <p:nvPr/>
              </p:nvSpPr>
              <p:spPr>
                <a:xfrm>
                  <a:off x="5246141" y="572494"/>
                  <a:ext cx="76987" cy="57558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627E3B0B-23BE-4C23-8F56-BCCA6477FFA6}"/>
                    </a:ext>
                  </a:extLst>
                </p:cNvPr>
                <p:cNvSpPr/>
                <p:nvPr/>
              </p:nvSpPr>
              <p:spPr>
                <a:xfrm>
                  <a:off x="5322341" y="572494"/>
                  <a:ext cx="76987" cy="57558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FB5148F8-46C0-424E-83EA-3C29C76DEBBC}"/>
                    </a:ext>
                  </a:extLst>
                </p:cNvPr>
                <p:cNvSpPr/>
                <p:nvPr/>
              </p:nvSpPr>
              <p:spPr>
                <a:xfrm>
                  <a:off x="5399574" y="571727"/>
                  <a:ext cx="76987" cy="57558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57" name="Rectangle 56">
                  <a:extLst>
                    <a:ext uri="{FF2B5EF4-FFF2-40B4-BE49-F238E27FC236}">
                      <a16:creationId xmlns:a16="http://schemas.microsoft.com/office/drawing/2014/main" id="{9D439D20-3CD3-4CD9-B881-4A4C7EC265FD}"/>
                    </a:ext>
                  </a:extLst>
                </p:cNvPr>
                <p:cNvSpPr/>
                <p:nvPr/>
              </p:nvSpPr>
              <p:spPr>
                <a:xfrm>
                  <a:off x="5475774" y="571727"/>
                  <a:ext cx="76987" cy="57558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58" name="Rectangle 57">
                  <a:extLst>
                    <a:ext uri="{FF2B5EF4-FFF2-40B4-BE49-F238E27FC236}">
                      <a16:creationId xmlns:a16="http://schemas.microsoft.com/office/drawing/2014/main" id="{CB504C9E-E54C-42F6-9724-8CAE9FBD5635}"/>
                    </a:ext>
                  </a:extLst>
                </p:cNvPr>
                <p:cNvSpPr/>
                <p:nvPr/>
              </p:nvSpPr>
              <p:spPr>
                <a:xfrm>
                  <a:off x="5551974" y="572494"/>
                  <a:ext cx="76987" cy="57558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59" name="Rectangle 58">
                  <a:extLst>
                    <a:ext uri="{FF2B5EF4-FFF2-40B4-BE49-F238E27FC236}">
                      <a16:creationId xmlns:a16="http://schemas.microsoft.com/office/drawing/2014/main" id="{6A2838BC-7A48-4AAA-8AAE-1C6834E95724}"/>
                    </a:ext>
                  </a:extLst>
                </p:cNvPr>
                <p:cNvSpPr/>
                <p:nvPr/>
              </p:nvSpPr>
              <p:spPr>
                <a:xfrm>
                  <a:off x="5628812" y="572880"/>
                  <a:ext cx="76987" cy="57558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60" name="Rectangle 59">
                  <a:extLst>
                    <a:ext uri="{FF2B5EF4-FFF2-40B4-BE49-F238E27FC236}">
                      <a16:creationId xmlns:a16="http://schemas.microsoft.com/office/drawing/2014/main" id="{A2307178-FE1C-4A23-BCD3-75CE7DE8AF7E}"/>
                    </a:ext>
                  </a:extLst>
                </p:cNvPr>
                <p:cNvSpPr/>
                <p:nvPr/>
              </p:nvSpPr>
              <p:spPr>
                <a:xfrm>
                  <a:off x="5700250" y="572880"/>
                  <a:ext cx="76987" cy="57558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61" name="Rectangle 60">
                  <a:extLst>
                    <a:ext uri="{FF2B5EF4-FFF2-40B4-BE49-F238E27FC236}">
                      <a16:creationId xmlns:a16="http://schemas.microsoft.com/office/drawing/2014/main" id="{D3369AF0-10DE-4DFE-AF33-8A26E8CECC57}"/>
                    </a:ext>
                  </a:extLst>
                </p:cNvPr>
                <p:cNvSpPr/>
                <p:nvPr/>
              </p:nvSpPr>
              <p:spPr>
                <a:xfrm>
                  <a:off x="5779726" y="572880"/>
                  <a:ext cx="76987" cy="57558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62" name="Rectangle 61">
                  <a:extLst>
                    <a:ext uri="{FF2B5EF4-FFF2-40B4-BE49-F238E27FC236}">
                      <a16:creationId xmlns:a16="http://schemas.microsoft.com/office/drawing/2014/main" id="{87068153-AC61-4627-A0B3-1B8E9CC08C86}"/>
                    </a:ext>
                  </a:extLst>
                </p:cNvPr>
                <p:cNvSpPr/>
                <p:nvPr/>
              </p:nvSpPr>
              <p:spPr>
                <a:xfrm>
                  <a:off x="4345740" y="1583581"/>
                  <a:ext cx="736799" cy="33566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</p:grp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86EF754-FECD-4D41-9643-88E1AFF415E2}"/>
                  </a:ext>
                </a:extLst>
              </p:cNvPr>
              <p:cNvSpPr/>
              <p:nvPr/>
            </p:nvSpPr>
            <p:spPr>
              <a:xfrm>
                <a:off x="9552762" y="4485640"/>
                <a:ext cx="2339342" cy="184315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06938699-1359-4F21-BFC9-E830D286A003}"/>
                  </a:ext>
                </a:extLst>
              </p:cNvPr>
              <p:cNvSpPr/>
              <p:nvPr/>
            </p:nvSpPr>
            <p:spPr>
              <a:xfrm>
                <a:off x="10622280" y="4484757"/>
                <a:ext cx="76200" cy="111975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76BA7EB5-AF89-4246-870E-6A0971D46879}"/>
                  </a:ext>
                </a:extLst>
              </p:cNvPr>
              <p:cNvSpPr/>
              <p:nvPr/>
            </p:nvSpPr>
            <p:spPr>
              <a:xfrm>
                <a:off x="10698480" y="4775795"/>
                <a:ext cx="1187122" cy="8576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CB448B2E-2AE0-4932-94C4-9817FEC699DC}"/>
                  </a:ext>
                </a:extLst>
              </p:cNvPr>
              <p:cNvSpPr/>
              <p:nvPr/>
            </p:nvSpPr>
            <p:spPr>
              <a:xfrm>
                <a:off x="10698480" y="4861153"/>
                <a:ext cx="1187122" cy="8576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D2D8421-3598-4874-AE3D-AD67E4CED667}"/>
                  </a:ext>
                </a:extLst>
              </p:cNvPr>
              <p:cNvSpPr/>
              <p:nvPr/>
            </p:nvSpPr>
            <p:spPr>
              <a:xfrm>
                <a:off x="10698480" y="4944400"/>
                <a:ext cx="1187122" cy="8576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398BA4E4-390C-4C3B-B404-F071DF5551EA}"/>
                  </a:ext>
                </a:extLst>
              </p:cNvPr>
              <p:cNvSpPr/>
              <p:nvPr/>
            </p:nvSpPr>
            <p:spPr>
              <a:xfrm>
                <a:off x="9551563" y="5517283"/>
                <a:ext cx="1070717" cy="8576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C8927FC1-56FA-44F5-B98D-F178904138D0}"/>
                  </a:ext>
                </a:extLst>
              </p:cNvPr>
              <p:cNvSpPr/>
              <p:nvPr/>
            </p:nvSpPr>
            <p:spPr>
              <a:xfrm>
                <a:off x="9551163" y="5430056"/>
                <a:ext cx="1070717" cy="8576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6D9F3697-033C-4857-9CFB-85883DEE6D99}"/>
                  </a:ext>
                </a:extLst>
              </p:cNvPr>
              <p:cNvSpPr/>
              <p:nvPr/>
            </p:nvSpPr>
            <p:spPr>
              <a:xfrm>
                <a:off x="9551563" y="5341713"/>
                <a:ext cx="1070317" cy="8576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8F3C267A-2731-46BC-97E8-2234B82BFF25}"/>
                  </a:ext>
                </a:extLst>
              </p:cNvPr>
              <p:cNvSpPr/>
              <p:nvPr/>
            </p:nvSpPr>
            <p:spPr>
              <a:xfrm>
                <a:off x="9551163" y="5255948"/>
                <a:ext cx="1070317" cy="8576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F9ABFE53-535D-41FC-8F66-E68E1C581315}"/>
                  </a:ext>
                </a:extLst>
              </p:cNvPr>
              <p:cNvSpPr/>
              <p:nvPr/>
            </p:nvSpPr>
            <p:spPr>
              <a:xfrm>
                <a:off x="9551162" y="5167605"/>
                <a:ext cx="1070317" cy="8576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0A5BBF3E-1771-41B9-BC87-C6B8C3CB5D93}"/>
                  </a:ext>
                </a:extLst>
              </p:cNvPr>
              <p:cNvSpPr/>
              <p:nvPr/>
            </p:nvSpPr>
            <p:spPr>
              <a:xfrm>
                <a:off x="9551162" y="5080551"/>
                <a:ext cx="1070317" cy="8576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244D38B9-79D0-443B-9729-1AE8026A16BC}"/>
                  </a:ext>
                </a:extLst>
              </p:cNvPr>
              <p:cNvSpPr/>
              <p:nvPr/>
            </p:nvSpPr>
            <p:spPr>
              <a:xfrm>
                <a:off x="9551962" y="4993497"/>
                <a:ext cx="1070317" cy="8576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3C58ED86-C140-4383-BA53-74DAE80ADE12}"/>
                  </a:ext>
                </a:extLst>
              </p:cNvPr>
              <p:cNvSpPr/>
              <p:nvPr/>
            </p:nvSpPr>
            <p:spPr>
              <a:xfrm>
                <a:off x="9551962" y="4907654"/>
                <a:ext cx="1070317" cy="8576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D254BD9A-5A97-4B92-8C09-1EDFCFCCA369}"/>
                  </a:ext>
                </a:extLst>
              </p:cNvPr>
              <p:cNvSpPr/>
              <p:nvPr/>
            </p:nvSpPr>
            <p:spPr>
              <a:xfrm>
                <a:off x="9551962" y="4821284"/>
                <a:ext cx="1070317" cy="8576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E1572902-350A-4081-AA90-B9C2CEAAB44D}"/>
                  </a:ext>
                </a:extLst>
              </p:cNvPr>
              <p:cNvSpPr/>
              <p:nvPr/>
            </p:nvSpPr>
            <p:spPr>
              <a:xfrm>
                <a:off x="9551962" y="4737084"/>
                <a:ext cx="1070317" cy="8576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26297AEC-596C-4BCD-8E64-0CE63A9D0959}"/>
                  </a:ext>
                </a:extLst>
              </p:cNvPr>
              <p:cNvSpPr/>
              <p:nvPr/>
            </p:nvSpPr>
            <p:spPr>
              <a:xfrm>
                <a:off x="9551162" y="4654448"/>
                <a:ext cx="1070317" cy="8576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AAED1F85-1DA8-4467-959F-7D931E3B6D75}"/>
                  </a:ext>
                </a:extLst>
              </p:cNvPr>
              <p:cNvSpPr/>
              <p:nvPr/>
            </p:nvSpPr>
            <p:spPr>
              <a:xfrm>
                <a:off x="9551162" y="4568480"/>
                <a:ext cx="1070317" cy="8576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</p:grp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5E5555E-BB77-4933-AE3B-EB7E9F634F55}"/>
                </a:ext>
              </a:extLst>
            </p:cNvPr>
            <p:cNvSpPr/>
            <p:nvPr/>
          </p:nvSpPr>
          <p:spPr>
            <a:xfrm>
              <a:off x="5212079" y="4501763"/>
              <a:ext cx="135173" cy="5486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14A4876-2422-471A-8EF7-791E770E3142}"/>
                </a:ext>
              </a:extLst>
            </p:cNvPr>
            <p:cNvSpPr/>
            <p:nvPr/>
          </p:nvSpPr>
          <p:spPr>
            <a:xfrm>
              <a:off x="11189135" y="4071588"/>
              <a:ext cx="284221" cy="5486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79" name="TextBox 78">
            <a:extLst>
              <a:ext uri="{FF2B5EF4-FFF2-40B4-BE49-F238E27FC236}">
                <a16:creationId xmlns:a16="http://schemas.microsoft.com/office/drawing/2014/main" id="{2409B846-809E-40C9-A417-AF0E831EC032}"/>
              </a:ext>
            </a:extLst>
          </p:cNvPr>
          <p:cNvSpPr txBox="1"/>
          <p:nvPr/>
        </p:nvSpPr>
        <p:spPr>
          <a:xfrm>
            <a:off x="556496" y="1364318"/>
            <a:ext cx="1236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Серверная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50DF33C-EC0E-4A86-B562-DADC69489A63}"/>
              </a:ext>
            </a:extLst>
          </p:cNvPr>
          <p:cNvSpPr txBox="1"/>
          <p:nvPr/>
        </p:nvSpPr>
        <p:spPr>
          <a:xfrm>
            <a:off x="955359" y="4930814"/>
            <a:ext cx="1070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Кабинет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2879D4E3-18A7-4092-8CE7-A0FB534541D6}"/>
              </a:ext>
            </a:extLst>
          </p:cNvPr>
          <p:cNvSpPr txBox="1"/>
          <p:nvPr/>
        </p:nvSpPr>
        <p:spPr>
          <a:xfrm>
            <a:off x="10211408" y="1345664"/>
            <a:ext cx="1080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Кабинет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ECEFBAA8-361E-4950-8300-91AD8FE18AD2}"/>
              </a:ext>
            </a:extLst>
          </p:cNvPr>
          <p:cNvSpPr txBox="1"/>
          <p:nvPr/>
        </p:nvSpPr>
        <p:spPr>
          <a:xfrm>
            <a:off x="8376872" y="1347631"/>
            <a:ext cx="1080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Кабинет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5A347055-2F63-4DB5-B0C8-8F1E8435C53D}"/>
              </a:ext>
            </a:extLst>
          </p:cNvPr>
          <p:cNvSpPr txBox="1"/>
          <p:nvPr/>
        </p:nvSpPr>
        <p:spPr>
          <a:xfrm>
            <a:off x="7190100" y="1345664"/>
            <a:ext cx="1080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Кабинет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A84679CB-80DE-411E-BFED-ADA3549F3287}"/>
              </a:ext>
            </a:extLst>
          </p:cNvPr>
          <p:cNvSpPr txBox="1"/>
          <p:nvPr/>
        </p:nvSpPr>
        <p:spPr>
          <a:xfrm>
            <a:off x="5969659" y="1349005"/>
            <a:ext cx="1080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Кабинет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CE2C5B94-ECBD-4A65-961B-764872C10885}"/>
              </a:ext>
            </a:extLst>
          </p:cNvPr>
          <p:cNvSpPr txBox="1"/>
          <p:nvPr/>
        </p:nvSpPr>
        <p:spPr>
          <a:xfrm>
            <a:off x="3037882" y="1345664"/>
            <a:ext cx="1080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Кабинет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45A669BD-3E4A-4028-B781-06FA821CFA66}"/>
              </a:ext>
            </a:extLst>
          </p:cNvPr>
          <p:cNvSpPr txBox="1"/>
          <p:nvPr/>
        </p:nvSpPr>
        <p:spPr>
          <a:xfrm>
            <a:off x="1836792" y="1345664"/>
            <a:ext cx="1080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Кабинет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D2B3D4A0-1C4A-4DF5-A8A5-17CB9BE1BDDD}"/>
              </a:ext>
            </a:extLst>
          </p:cNvPr>
          <p:cNvSpPr txBox="1"/>
          <p:nvPr/>
        </p:nvSpPr>
        <p:spPr>
          <a:xfrm>
            <a:off x="2681609" y="4957166"/>
            <a:ext cx="1070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Кабинет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221DEC51-1AB4-4281-B8AB-470963F2B7FB}"/>
              </a:ext>
            </a:extLst>
          </p:cNvPr>
          <p:cNvSpPr txBox="1"/>
          <p:nvPr/>
        </p:nvSpPr>
        <p:spPr>
          <a:xfrm>
            <a:off x="3908045" y="4972381"/>
            <a:ext cx="1070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Кабинет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2B8EAD04-EB50-4899-8998-47AB73BF6E72}"/>
              </a:ext>
            </a:extLst>
          </p:cNvPr>
          <p:cNvSpPr txBox="1"/>
          <p:nvPr/>
        </p:nvSpPr>
        <p:spPr>
          <a:xfrm>
            <a:off x="5137391" y="4972381"/>
            <a:ext cx="1070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Кабинет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AA852BB-9FA8-4798-9BB8-5807FB6ED66F}"/>
              </a:ext>
            </a:extLst>
          </p:cNvPr>
          <p:cNvSpPr txBox="1"/>
          <p:nvPr/>
        </p:nvSpPr>
        <p:spPr>
          <a:xfrm>
            <a:off x="6239919" y="4957166"/>
            <a:ext cx="1070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Кабинет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CF2A2E62-839F-4CAE-BDB9-F1A592526C8A}"/>
              </a:ext>
            </a:extLst>
          </p:cNvPr>
          <p:cNvSpPr txBox="1"/>
          <p:nvPr/>
        </p:nvSpPr>
        <p:spPr>
          <a:xfrm>
            <a:off x="7397019" y="4924859"/>
            <a:ext cx="1070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Кабинет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4B3C946E-BFFA-4FDD-A7D9-760A9985B05C}"/>
              </a:ext>
            </a:extLst>
          </p:cNvPr>
          <p:cNvSpPr txBox="1"/>
          <p:nvPr/>
        </p:nvSpPr>
        <p:spPr>
          <a:xfrm>
            <a:off x="8489624" y="4951623"/>
            <a:ext cx="1070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Кабинет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2F0A2ADD-8F4E-4FF4-8C4B-CFA213BC5B94}"/>
              </a:ext>
            </a:extLst>
          </p:cNvPr>
          <p:cNvSpPr txBox="1"/>
          <p:nvPr/>
        </p:nvSpPr>
        <p:spPr>
          <a:xfrm>
            <a:off x="3159760" y="71120"/>
            <a:ext cx="4592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этаж</a:t>
            </a:r>
          </a:p>
        </p:txBody>
      </p:sp>
    </p:spTree>
    <p:extLst>
      <p:ext uri="{BB962C8B-B14F-4D97-AF65-F5344CB8AC3E}">
        <p14:creationId xmlns:p14="http://schemas.microsoft.com/office/powerpoint/2010/main" val="30462360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778A624-3DAE-47C0-9A83-6DBE19E3A52F}"/>
              </a:ext>
            </a:extLst>
          </p:cNvPr>
          <p:cNvGrpSpPr/>
          <p:nvPr/>
        </p:nvGrpSpPr>
        <p:grpSpPr>
          <a:xfrm>
            <a:off x="0" y="440452"/>
            <a:ext cx="11734296" cy="5764696"/>
            <a:chOff x="299896" y="564101"/>
            <a:chExt cx="11734296" cy="5764696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090B98A-4A4C-46A4-86D2-E1DFA7F81650}"/>
                </a:ext>
              </a:extLst>
            </p:cNvPr>
            <p:cNvGrpSpPr/>
            <p:nvPr/>
          </p:nvGrpSpPr>
          <p:grpSpPr>
            <a:xfrm>
              <a:off x="299896" y="564101"/>
              <a:ext cx="11734296" cy="5764696"/>
              <a:chOff x="299896" y="564101"/>
              <a:chExt cx="11734296" cy="5764696"/>
            </a:xfrm>
          </p:grpSpPr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CE033195-88CA-45BD-BB61-11B9BB4A2BCC}"/>
                  </a:ext>
                </a:extLst>
              </p:cNvPr>
              <p:cNvGrpSpPr/>
              <p:nvPr/>
            </p:nvGrpSpPr>
            <p:grpSpPr>
              <a:xfrm>
                <a:off x="299896" y="564101"/>
                <a:ext cx="11734296" cy="5764696"/>
                <a:chOff x="299896" y="564101"/>
                <a:chExt cx="11734296" cy="5764696"/>
              </a:xfrm>
            </p:grpSpPr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1F8BAC3E-3512-40F1-903B-73081BD2C079}"/>
                    </a:ext>
                  </a:extLst>
                </p:cNvPr>
                <p:cNvSpPr/>
                <p:nvPr/>
              </p:nvSpPr>
              <p:spPr>
                <a:xfrm>
                  <a:off x="553544" y="564101"/>
                  <a:ext cx="11338560" cy="5764696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ru-RU" dirty="0"/>
                    <a:t>ё</a:t>
                  </a:r>
                </a:p>
              </p:txBody>
            </p:sp>
            <p:grpSp>
              <p:nvGrpSpPr>
                <p:cNvPr id="27" name="Group 26">
                  <a:extLst>
                    <a:ext uri="{FF2B5EF4-FFF2-40B4-BE49-F238E27FC236}">
                      <a16:creationId xmlns:a16="http://schemas.microsoft.com/office/drawing/2014/main" id="{EAEE38C1-C5B3-4314-A166-1AAD056F52D4}"/>
                    </a:ext>
                  </a:extLst>
                </p:cNvPr>
                <p:cNvGrpSpPr/>
                <p:nvPr/>
              </p:nvGrpSpPr>
              <p:grpSpPr>
                <a:xfrm>
                  <a:off x="556591" y="572494"/>
                  <a:ext cx="11335513" cy="2140226"/>
                  <a:chOff x="556591" y="572494"/>
                  <a:chExt cx="11335513" cy="1804946"/>
                </a:xfrm>
              </p:grpSpPr>
              <p:sp>
                <p:nvSpPr>
                  <p:cNvPr id="71" name="Rectangle 70">
                    <a:extLst>
                      <a:ext uri="{FF2B5EF4-FFF2-40B4-BE49-F238E27FC236}">
                        <a16:creationId xmlns:a16="http://schemas.microsoft.com/office/drawing/2014/main" id="{DEAD1A09-3FAD-4DB0-A28A-783BBB68CE0C}"/>
                      </a:ext>
                    </a:extLst>
                  </p:cNvPr>
                  <p:cNvSpPr/>
                  <p:nvPr/>
                </p:nvSpPr>
                <p:spPr>
                  <a:xfrm>
                    <a:off x="556591" y="572494"/>
                    <a:ext cx="1253921" cy="1804946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ru-RU" dirty="0"/>
                      <a:t>1</a:t>
                    </a:r>
                  </a:p>
                </p:txBody>
              </p:sp>
              <p:sp>
                <p:nvSpPr>
                  <p:cNvPr id="72" name="Rectangle 71">
                    <a:extLst>
                      <a:ext uri="{FF2B5EF4-FFF2-40B4-BE49-F238E27FC236}">
                        <a16:creationId xmlns:a16="http://schemas.microsoft.com/office/drawing/2014/main" id="{B35A99E9-9C55-4E36-8545-0A03AB76E6CA}"/>
                      </a:ext>
                    </a:extLst>
                  </p:cNvPr>
                  <p:cNvSpPr/>
                  <p:nvPr/>
                </p:nvSpPr>
                <p:spPr>
                  <a:xfrm>
                    <a:off x="4312258" y="572494"/>
                    <a:ext cx="1630017" cy="1804946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sp>
                <p:nvSpPr>
                  <p:cNvPr id="73" name="Rectangle 72">
                    <a:extLst>
                      <a:ext uri="{FF2B5EF4-FFF2-40B4-BE49-F238E27FC236}">
                        <a16:creationId xmlns:a16="http://schemas.microsoft.com/office/drawing/2014/main" id="{DC4CB114-90A9-42B6-B59C-128CF5A7DB92}"/>
                      </a:ext>
                    </a:extLst>
                  </p:cNvPr>
                  <p:cNvSpPr/>
                  <p:nvPr/>
                </p:nvSpPr>
                <p:spPr>
                  <a:xfrm>
                    <a:off x="1810512" y="572494"/>
                    <a:ext cx="1253921" cy="1804946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 dirty="0"/>
                  </a:p>
                </p:txBody>
              </p:sp>
              <p:sp>
                <p:nvSpPr>
                  <p:cNvPr id="74" name="Rectangle 73">
                    <a:extLst>
                      <a:ext uri="{FF2B5EF4-FFF2-40B4-BE49-F238E27FC236}">
                        <a16:creationId xmlns:a16="http://schemas.microsoft.com/office/drawing/2014/main" id="{1CDDE796-87C9-4000-833B-D7FDAE552812}"/>
                      </a:ext>
                    </a:extLst>
                  </p:cNvPr>
                  <p:cNvSpPr/>
                  <p:nvPr/>
                </p:nvSpPr>
                <p:spPr>
                  <a:xfrm>
                    <a:off x="3064433" y="572494"/>
                    <a:ext cx="1253921" cy="1804946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sp>
                <p:nvSpPr>
                  <p:cNvPr id="75" name="Rectangle 74">
                    <a:extLst>
                      <a:ext uri="{FF2B5EF4-FFF2-40B4-BE49-F238E27FC236}">
                        <a16:creationId xmlns:a16="http://schemas.microsoft.com/office/drawing/2014/main" id="{86C3942B-C65A-4883-98D3-059EAB2C8143}"/>
                      </a:ext>
                    </a:extLst>
                  </p:cNvPr>
                  <p:cNvSpPr/>
                  <p:nvPr/>
                </p:nvSpPr>
                <p:spPr>
                  <a:xfrm>
                    <a:off x="5942275" y="572494"/>
                    <a:ext cx="1098605" cy="1804946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sp>
                <p:nvSpPr>
                  <p:cNvPr id="76" name="Rectangle 75">
                    <a:extLst>
                      <a:ext uri="{FF2B5EF4-FFF2-40B4-BE49-F238E27FC236}">
                        <a16:creationId xmlns:a16="http://schemas.microsoft.com/office/drawing/2014/main" id="{76B65B0F-C6A7-468E-837B-4E01A463CA1B}"/>
                      </a:ext>
                    </a:extLst>
                  </p:cNvPr>
                  <p:cNvSpPr/>
                  <p:nvPr/>
                </p:nvSpPr>
                <p:spPr>
                  <a:xfrm>
                    <a:off x="9752938" y="572494"/>
                    <a:ext cx="2139166" cy="1804946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sp>
                <p:nvSpPr>
                  <p:cNvPr id="77" name="Rectangle 76">
                    <a:extLst>
                      <a:ext uri="{FF2B5EF4-FFF2-40B4-BE49-F238E27FC236}">
                        <a16:creationId xmlns:a16="http://schemas.microsoft.com/office/drawing/2014/main" id="{BA94A2C7-F4F0-47CF-B6A7-E7D6D92B0404}"/>
                      </a:ext>
                    </a:extLst>
                  </p:cNvPr>
                  <p:cNvSpPr/>
                  <p:nvPr/>
                </p:nvSpPr>
                <p:spPr>
                  <a:xfrm>
                    <a:off x="7040880" y="572494"/>
                    <a:ext cx="1363980" cy="1804946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sp>
                <p:nvSpPr>
                  <p:cNvPr id="78" name="Rectangle 77">
                    <a:extLst>
                      <a:ext uri="{FF2B5EF4-FFF2-40B4-BE49-F238E27FC236}">
                        <a16:creationId xmlns:a16="http://schemas.microsoft.com/office/drawing/2014/main" id="{E02ABCB8-9CA8-4BA8-888B-234C3D2E371D}"/>
                      </a:ext>
                    </a:extLst>
                  </p:cNvPr>
                  <p:cNvSpPr/>
                  <p:nvPr/>
                </p:nvSpPr>
                <p:spPr>
                  <a:xfrm>
                    <a:off x="8388957" y="572494"/>
                    <a:ext cx="1363980" cy="1804946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 dirty="0"/>
                  </a:p>
                </p:txBody>
              </p:sp>
            </p:grpSp>
            <p:grpSp>
              <p:nvGrpSpPr>
                <p:cNvPr id="28" name="Group 27">
                  <a:extLst>
                    <a:ext uri="{FF2B5EF4-FFF2-40B4-BE49-F238E27FC236}">
                      <a16:creationId xmlns:a16="http://schemas.microsoft.com/office/drawing/2014/main" id="{1255D4EA-7D0E-477E-A40D-50467B77BC4E}"/>
                    </a:ext>
                  </a:extLst>
                </p:cNvPr>
                <p:cNvGrpSpPr/>
                <p:nvPr/>
              </p:nvGrpSpPr>
              <p:grpSpPr>
                <a:xfrm>
                  <a:off x="556591" y="4145281"/>
                  <a:ext cx="11335513" cy="2183516"/>
                  <a:chOff x="556591" y="4523851"/>
                  <a:chExt cx="11335513" cy="1804946"/>
                </a:xfrm>
              </p:grpSpPr>
              <p:sp>
                <p:nvSpPr>
                  <p:cNvPr id="63" name="Rectangle 62">
                    <a:extLst>
                      <a:ext uri="{FF2B5EF4-FFF2-40B4-BE49-F238E27FC236}">
                        <a16:creationId xmlns:a16="http://schemas.microsoft.com/office/drawing/2014/main" id="{7D8B3F7C-0093-46D4-899D-8F7C1B0F0D6A}"/>
                      </a:ext>
                    </a:extLst>
                  </p:cNvPr>
                  <p:cNvSpPr/>
                  <p:nvPr/>
                </p:nvSpPr>
                <p:spPr>
                  <a:xfrm>
                    <a:off x="556591" y="4523851"/>
                    <a:ext cx="2139166" cy="1804946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sp>
                <p:nvSpPr>
                  <p:cNvPr id="64" name="Rectangle 63">
                    <a:extLst>
                      <a:ext uri="{FF2B5EF4-FFF2-40B4-BE49-F238E27FC236}">
                        <a16:creationId xmlns:a16="http://schemas.microsoft.com/office/drawing/2014/main" id="{80014EE6-6072-4F9C-AF56-B2311F45AD25}"/>
                      </a:ext>
                    </a:extLst>
                  </p:cNvPr>
                  <p:cNvSpPr/>
                  <p:nvPr/>
                </p:nvSpPr>
                <p:spPr>
                  <a:xfrm>
                    <a:off x="2695757" y="4523851"/>
                    <a:ext cx="1098605" cy="1804946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 dirty="0"/>
                  </a:p>
                </p:txBody>
              </p:sp>
              <p:sp>
                <p:nvSpPr>
                  <p:cNvPr id="65" name="Rectangle 64">
                    <a:extLst>
                      <a:ext uri="{FF2B5EF4-FFF2-40B4-BE49-F238E27FC236}">
                        <a16:creationId xmlns:a16="http://schemas.microsoft.com/office/drawing/2014/main" id="{A4CFD8C1-1CFE-45A2-AF20-FBD0FEA24DB6}"/>
                      </a:ext>
                    </a:extLst>
                  </p:cNvPr>
                  <p:cNvSpPr/>
                  <p:nvPr/>
                </p:nvSpPr>
                <p:spPr>
                  <a:xfrm>
                    <a:off x="3794362" y="4523851"/>
                    <a:ext cx="1363980" cy="1804946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sp>
                <p:nvSpPr>
                  <p:cNvPr id="66" name="Rectangle 65">
                    <a:extLst>
                      <a:ext uri="{FF2B5EF4-FFF2-40B4-BE49-F238E27FC236}">
                        <a16:creationId xmlns:a16="http://schemas.microsoft.com/office/drawing/2014/main" id="{EAF0BFD7-072F-4D3E-A282-152ECA03E865}"/>
                      </a:ext>
                    </a:extLst>
                  </p:cNvPr>
                  <p:cNvSpPr/>
                  <p:nvPr/>
                </p:nvSpPr>
                <p:spPr>
                  <a:xfrm>
                    <a:off x="5158342" y="4523851"/>
                    <a:ext cx="1098605" cy="1804946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 dirty="0"/>
                  </a:p>
                </p:txBody>
              </p:sp>
              <p:sp>
                <p:nvSpPr>
                  <p:cNvPr id="67" name="Rectangle 66">
                    <a:extLst>
                      <a:ext uri="{FF2B5EF4-FFF2-40B4-BE49-F238E27FC236}">
                        <a16:creationId xmlns:a16="http://schemas.microsoft.com/office/drawing/2014/main" id="{B0BAE9C4-643C-46E8-B8BD-922872AF89B8}"/>
                      </a:ext>
                    </a:extLst>
                  </p:cNvPr>
                  <p:cNvSpPr/>
                  <p:nvPr/>
                </p:nvSpPr>
                <p:spPr>
                  <a:xfrm>
                    <a:off x="6256947" y="4523851"/>
                    <a:ext cx="1098605" cy="1804946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 dirty="0"/>
                  </a:p>
                </p:txBody>
              </p:sp>
              <p:sp>
                <p:nvSpPr>
                  <p:cNvPr id="68" name="Rectangle 67">
                    <a:extLst>
                      <a:ext uri="{FF2B5EF4-FFF2-40B4-BE49-F238E27FC236}">
                        <a16:creationId xmlns:a16="http://schemas.microsoft.com/office/drawing/2014/main" id="{49AC89B1-D38B-4610-A3DF-B2E3A7C8E11F}"/>
                      </a:ext>
                    </a:extLst>
                  </p:cNvPr>
                  <p:cNvSpPr/>
                  <p:nvPr/>
                </p:nvSpPr>
                <p:spPr>
                  <a:xfrm>
                    <a:off x="7355552" y="4523851"/>
                    <a:ext cx="1098605" cy="1804946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 dirty="0"/>
                  </a:p>
                </p:txBody>
              </p:sp>
              <p:sp>
                <p:nvSpPr>
                  <p:cNvPr id="69" name="Rectangle 68">
                    <a:extLst>
                      <a:ext uri="{FF2B5EF4-FFF2-40B4-BE49-F238E27FC236}">
                        <a16:creationId xmlns:a16="http://schemas.microsoft.com/office/drawing/2014/main" id="{B2DEE84B-3833-4C1C-9AEE-4AC1F56DE97E}"/>
                      </a:ext>
                    </a:extLst>
                  </p:cNvPr>
                  <p:cNvSpPr/>
                  <p:nvPr/>
                </p:nvSpPr>
                <p:spPr>
                  <a:xfrm>
                    <a:off x="8454157" y="4523851"/>
                    <a:ext cx="1098605" cy="1804946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 dirty="0"/>
                  </a:p>
                </p:txBody>
              </p:sp>
              <p:sp>
                <p:nvSpPr>
                  <p:cNvPr id="70" name="Rectangle 69">
                    <a:extLst>
                      <a:ext uri="{FF2B5EF4-FFF2-40B4-BE49-F238E27FC236}">
                        <a16:creationId xmlns:a16="http://schemas.microsoft.com/office/drawing/2014/main" id="{B8F63110-4301-4C93-8BDC-D392D98231DF}"/>
                      </a:ext>
                    </a:extLst>
                  </p:cNvPr>
                  <p:cNvSpPr/>
                  <p:nvPr/>
                </p:nvSpPr>
                <p:spPr>
                  <a:xfrm>
                    <a:off x="9552762" y="4523851"/>
                    <a:ext cx="2339342" cy="1804946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</p:grpSp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29F0F82A-FFF4-4E1C-A8F6-A54F479F3EEF}"/>
                    </a:ext>
                  </a:extLst>
                </p:cNvPr>
                <p:cNvSpPr/>
                <p:nvPr/>
              </p:nvSpPr>
              <p:spPr>
                <a:xfrm>
                  <a:off x="903133" y="2506626"/>
                  <a:ext cx="560836" cy="33566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17D1DCA8-2D5C-4100-8B71-0659BB4B20CD}"/>
                    </a:ext>
                  </a:extLst>
                </p:cNvPr>
                <p:cNvSpPr/>
                <p:nvPr/>
              </p:nvSpPr>
              <p:spPr>
                <a:xfrm>
                  <a:off x="2150959" y="2519165"/>
                  <a:ext cx="560836" cy="33566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 dirty="0"/>
                </a:p>
              </p:txBody>
            </p:sp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D40A03D2-4D16-4C1D-87A1-AB69D1D06192}"/>
                    </a:ext>
                  </a:extLst>
                </p:cNvPr>
                <p:cNvSpPr/>
                <p:nvPr/>
              </p:nvSpPr>
              <p:spPr>
                <a:xfrm>
                  <a:off x="3410975" y="2506626"/>
                  <a:ext cx="560836" cy="33566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32" name="Rectangle 31">
                  <a:extLst>
                    <a:ext uri="{FF2B5EF4-FFF2-40B4-BE49-F238E27FC236}">
                      <a16:creationId xmlns:a16="http://schemas.microsoft.com/office/drawing/2014/main" id="{6F948B45-6B0E-41DF-B495-206AFBE5250B}"/>
                    </a:ext>
                  </a:extLst>
                </p:cNvPr>
                <p:cNvSpPr/>
                <p:nvPr/>
              </p:nvSpPr>
              <p:spPr>
                <a:xfrm>
                  <a:off x="4849896" y="2506626"/>
                  <a:ext cx="560836" cy="33566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9A337851-0A18-45E5-8947-F426F20EBD79}"/>
                    </a:ext>
                  </a:extLst>
                </p:cNvPr>
                <p:cNvSpPr/>
                <p:nvPr/>
              </p:nvSpPr>
              <p:spPr>
                <a:xfrm>
                  <a:off x="6204980" y="2519165"/>
                  <a:ext cx="560836" cy="33566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34" name="Rectangle 33">
                  <a:extLst>
                    <a:ext uri="{FF2B5EF4-FFF2-40B4-BE49-F238E27FC236}">
                      <a16:creationId xmlns:a16="http://schemas.microsoft.com/office/drawing/2014/main" id="{CD3445F4-36BC-47A2-A316-053076CFA576}"/>
                    </a:ext>
                  </a:extLst>
                </p:cNvPr>
                <p:cNvSpPr/>
                <p:nvPr/>
              </p:nvSpPr>
              <p:spPr>
                <a:xfrm>
                  <a:off x="7440636" y="2519165"/>
                  <a:ext cx="560836" cy="33566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6EB4D7E9-7E16-4E62-A8E0-97D9B7C916A1}"/>
                    </a:ext>
                  </a:extLst>
                </p:cNvPr>
                <p:cNvSpPr/>
                <p:nvPr/>
              </p:nvSpPr>
              <p:spPr>
                <a:xfrm>
                  <a:off x="8788713" y="2475134"/>
                  <a:ext cx="560836" cy="33566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36" name="Rectangle 35">
                  <a:extLst>
                    <a:ext uri="{FF2B5EF4-FFF2-40B4-BE49-F238E27FC236}">
                      <a16:creationId xmlns:a16="http://schemas.microsoft.com/office/drawing/2014/main" id="{F0A1CCD7-02BB-48E3-B994-181DF44AD936}"/>
                    </a:ext>
                  </a:extLst>
                </p:cNvPr>
                <p:cNvSpPr/>
                <p:nvPr/>
              </p:nvSpPr>
              <p:spPr>
                <a:xfrm>
                  <a:off x="10542103" y="2506939"/>
                  <a:ext cx="560836" cy="33566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620E4D90-3122-407A-A9AC-5B4BD1B47F21}"/>
                    </a:ext>
                  </a:extLst>
                </p:cNvPr>
                <p:cNvSpPr/>
                <p:nvPr/>
              </p:nvSpPr>
              <p:spPr>
                <a:xfrm>
                  <a:off x="1597152" y="3951726"/>
                  <a:ext cx="560836" cy="33566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 dirty="0"/>
                </a:p>
              </p:txBody>
            </p:sp>
            <p:sp>
              <p:nvSpPr>
                <p:cNvPr id="38" name="Rectangle 37">
                  <a:extLst>
                    <a:ext uri="{FF2B5EF4-FFF2-40B4-BE49-F238E27FC236}">
                      <a16:creationId xmlns:a16="http://schemas.microsoft.com/office/drawing/2014/main" id="{1AD5878F-0F39-4D32-B045-3FD8178B382A}"/>
                    </a:ext>
                  </a:extLst>
                </p:cNvPr>
                <p:cNvSpPr/>
                <p:nvPr/>
              </p:nvSpPr>
              <p:spPr>
                <a:xfrm>
                  <a:off x="2964641" y="3988534"/>
                  <a:ext cx="560836" cy="33566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3B69A16D-106B-40B7-9933-62CBF9750085}"/>
                    </a:ext>
                  </a:extLst>
                </p:cNvPr>
                <p:cNvSpPr/>
                <p:nvPr/>
              </p:nvSpPr>
              <p:spPr>
                <a:xfrm>
                  <a:off x="4162733" y="3988534"/>
                  <a:ext cx="560836" cy="33566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40" name="Rectangle 39">
                  <a:extLst>
                    <a:ext uri="{FF2B5EF4-FFF2-40B4-BE49-F238E27FC236}">
                      <a16:creationId xmlns:a16="http://schemas.microsoft.com/office/drawing/2014/main" id="{9D6C4BD8-2063-4DDB-B024-97AA54995942}"/>
                    </a:ext>
                  </a:extLst>
                </p:cNvPr>
                <p:cNvSpPr/>
                <p:nvPr/>
              </p:nvSpPr>
              <p:spPr>
                <a:xfrm>
                  <a:off x="5387486" y="3982222"/>
                  <a:ext cx="560836" cy="33566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41" name="Rectangle 40">
                  <a:extLst>
                    <a:ext uri="{FF2B5EF4-FFF2-40B4-BE49-F238E27FC236}">
                      <a16:creationId xmlns:a16="http://schemas.microsoft.com/office/drawing/2014/main" id="{8A657DCC-8B01-498B-94B5-8CB0EAF59C4D}"/>
                    </a:ext>
                  </a:extLst>
                </p:cNvPr>
                <p:cNvSpPr/>
                <p:nvPr/>
              </p:nvSpPr>
              <p:spPr>
                <a:xfrm>
                  <a:off x="6476544" y="3951726"/>
                  <a:ext cx="560836" cy="33566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42" name="Rectangle 41">
                  <a:extLst>
                    <a:ext uri="{FF2B5EF4-FFF2-40B4-BE49-F238E27FC236}">
                      <a16:creationId xmlns:a16="http://schemas.microsoft.com/office/drawing/2014/main" id="{3792937C-7EEF-43DC-B4CB-9C0098C3FCB2}"/>
                    </a:ext>
                  </a:extLst>
                </p:cNvPr>
                <p:cNvSpPr/>
                <p:nvPr/>
              </p:nvSpPr>
              <p:spPr>
                <a:xfrm>
                  <a:off x="7603356" y="3951726"/>
                  <a:ext cx="560836" cy="33566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43" name="Rectangle 42">
                  <a:extLst>
                    <a:ext uri="{FF2B5EF4-FFF2-40B4-BE49-F238E27FC236}">
                      <a16:creationId xmlns:a16="http://schemas.microsoft.com/office/drawing/2014/main" id="{A4E21571-4CFF-45AA-B030-26AAAABD9466}"/>
                    </a:ext>
                  </a:extLst>
                </p:cNvPr>
                <p:cNvSpPr/>
                <p:nvPr/>
              </p:nvSpPr>
              <p:spPr>
                <a:xfrm>
                  <a:off x="8708077" y="3977448"/>
                  <a:ext cx="560836" cy="33566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44" name="Rectangle 43">
                  <a:extLst>
                    <a:ext uri="{FF2B5EF4-FFF2-40B4-BE49-F238E27FC236}">
                      <a16:creationId xmlns:a16="http://schemas.microsoft.com/office/drawing/2014/main" id="{0CDAE7E7-F28C-4BE1-A5D5-83F04CE6E83F}"/>
                    </a:ext>
                  </a:extLst>
                </p:cNvPr>
                <p:cNvSpPr/>
                <p:nvPr/>
              </p:nvSpPr>
              <p:spPr>
                <a:xfrm>
                  <a:off x="9566910" y="3920516"/>
                  <a:ext cx="2308860" cy="33566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F808F814-707A-49CD-9E9A-DE4194062B0A}"/>
                    </a:ext>
                  </a:extLst>
                </p:cNvPr>
                <p:cNvSpPr/>
                <p:nvPr/>
              </p:nvSpPr>
              <p:spPr>
                <a:xfrm>
                  <a:off x="299896" y="3038777"/>
                  <a:ext cx="560836" cy="586891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46" name="Rectangle 45">
                  <a:extLst>
                    <a:ext uri="{FF2B5EF4-FFF2-40B4-BE49-F238E27FC236}">
                      <a16:creationId xmlns:a16="http://schemas.microsoft.com/office/drawing/2014/main" id="{5DB01DCD-2A13-4B0E-9078-EAF03FE15F55}"/>
                    </a:ext>
                  </a:extLst>
                </p:cNvPr>
                <p:cNvSpPr/>
                <p:nvPr/>
              </p:nvSpPr>
              <p:spPr>
                <a:xfrm>
                  <a:off x="11473356" y="3038777"/>
                  <a:ext cx="560836" cy="586891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E34DD794-C6D2-45F5-9C23-60DF360CB759}"/>
                    </a:ext>
                  </a:extLst>
                </p:cNvPr>
                <p:cNvSpPr/>
                <p:nvPr/>
              </p:nvSpPr>
              <p:spPr>
                <a:xfrm>
                  <a:off x="4317338" y="572492"/>
                  <a:ext cx="1624935" cy="1154708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48" name="Rectangle 47">
                  <a:extLst>
                    <a:ext uri="{FF2B5EF4-FFF2-40B4-BE49-F238E27FC236}">
                      <a16:creationId xmlns:a16="http://schemas.microsoft.com/office/drawing/2014/main" id="{47683C83-CD87-414B-8F9C-C6235F7D3395}"/>
                    </a:ext>
                  </a:extLst>
                </p:cNvPr>
                <p:cNvSpPr/>
                <p:nvPr/>
              </p:nvSpPr>
              <p:spPr>
                <a:xfrm>
                  <a:off x="5100319" y="1148080"/>
                  <a:ext cx="841954" cy="58060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49" name="Rectangle 48">
                  <a:extLst>
                    <a:ext uri="{FF2B5EF4-FFF2-40B4-BE49-F238E27FC236}">
                      <a16:creationId xmlns:a16="http://schemas.microsoft.com/office/drawing/2014/main" id="{01D8A4D6-5371-4DAC-B0F6-FE35938BA025}"/>
                    </a:ext>
                  </a:extLst>
                </p:cNvPr>
                <p:cNvSpPr/>
                <p:nvPr/>
              </p:nvSpPr>
              <p:spPr>
                <a:xfrm>
                  <a:off x="4317338" y="1148080"/>
                  <a:ext cx="782981" cy="889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50" name="Rectangle 49">
                  <a:extLst>
                    <a:ext uri="{FF2B5EF4-FFF2-40B4-BE49-F238E27FC236}">
                      <a16:creationId xmlns:a16="http://schemas.microsoft.com/office/drawing/2014/main" id="{C3973946-DF0C-4DE8-BECF-71F2A13EACEA}"/>
                    </a:ext>
                  </a:extLst>
                </p:cNvPr>
                <p:cNvSpPr/>
                <p:nvPr/>
              </p:nvSpPr>
              <p:spPr>
                <a:xfrm>
                  <a:off x="4315965" y="1230812"/>
                  <a:ext cx="782981" cy="889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51" name="Rectangle 50">
                  <a:extLst>
                    <a:ext uri="{FF2B5EF4-FFF2-40B4-BE49-F238E27FC236}">
                      <a16:creationId xmlns:a16="http://schemas.microsoft.com/office/drawing/2014/main" id="{AE06A0AB-394A-4D8D-B078-E777580BA3CC}"/>
                    </a:ext>
                  </a:extLst>
                </p:cNvPr>
                <p:cNvSpPr/>
                <p:nvPr/>
              </p:nvSpPr>
              <p:spPr>
                <a:xfrm>
                  <a:off x="4315917" y="1299574"/>
                  <a:ext cx="782981" cy="6712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52" name="Rectangle 51">
                  <a:extLst>
                    <a:ext uri="{FF2B5EF4-FFF2-40B4-BE49-F238E27FC236}">
                      <a16:creationId xmlns:a16="http://schemas.microsoft.com/office/drawing/2014/main" id="{793872F6-EF70-4E13-85FB-31903A53A30B}"/>
                    </a:ext>
                  </a:extLst>
                </p:cNvPr>
                <p:cNvSpPr/>
                <p:nvPr/>
              </p:nvSpPr>
              <p:spPr>
                <a:xfrm>
                  <a:off x="5098898" y="572494"/>
                  <a:ext cx="76987" cy="57558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A31FD790-F68D-430C-AD7A-4BBD1B17E565}"/>
                    </a:ext>
                  </a:extLst>
                </p:cNvPr>
                <p:cNvSpPr/>
                <p:nvPr/>
              </p:nvSpPr>
              <p:spPr>
                <a:xfrm>
                  <a:off x="5175098" y="572494"/>
                  <a:ext cx="76987" cy="57558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24B95DD1-9ECA-496A-A833-8A05168631B7}"/>
                    </a:ext>
                  </a:extLst>
                </p:cNvPr>
                <p:cNvSpPr/>
                <p:nvPr/>
              </p:nvSpPr>
              <p:spPr>
                <a:xfrm>
                  <a:off x="5246141" y="572494"/>
                  <a:ext cx="76987" cy="57558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37A25094-00DA-4F9E-8DFD-7EEE0C119487}"/>
                    </a:ext>
                  </a:extLst>
                </p:cNvPr>
                <p:cNvSpPr/>
                <p:nvPr/>
              </p:nvSpPr>
              <p:spPr>
                <a:xfrm>
                  <a:off x="5322341" y="572494"/>
                  <a:ext cx="76987" cy="57558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DCDD7D62-00B4-4CC6-9AA0-233C6B9BE27C}"/>
                    </a:ext>
                  </a:extLst>
                </p:cNvPr>
                <p:cNvSpPr/>
                <p:nvPr/>
              </p:nvSpPr>
              <p:spPr>
                <a:xfrm>
                  <a:off x="5399574" y="571727"/>
                  <a:ext cx="76987" cy="57558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57" name="Rectangle 56">
                  <a:extLst>
                    <a:ext uri="{FF2B5EF4-FFF2-40B4-BE49-F238E27FC236}">
                      <a16:creationId xmlns:a16="http://schemas.microsoft.com/office/drawing/2014/main" id="{869D4571-50F2-4F4B-A3E7-28622DC87430}"/>
                    </a:ext>
                  </a:extLst>
                </p:cNvPr>
                <p:cNvSpPr/>
                <p:nvPr/>
              </p:nvSpPr>
              <p:spPr>
                <a:xfrm>
                  <a:off x="5475774" y="571727"/>
                  <a:ext cx="76987" cy="57558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58" name="Rectangle 57">
                  <a:extLst>
                    <a:ext uri="{FF2B5EF4-FFF2-40B4-BE49-F238E27FC236}">
                      <a16:creationId xmlns:a16="http://schemas.microsoft.com/office/drawing/2014/main" id="{779696B7-0525-4D53-A52A-BBA69AC7EAE3}"/>
                    </a:ext>
                  </a:extLst>
                </p:cNvPr>
                <p:cNvSpPr/>
                <p:nvPr/>
              </p:nvSpPr>
              <p:spPr>
                <a:xfrm>
                  <a:off x="5551974" y="572494"/>
                  <a:ext cx="76987" cy="57558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59" name="Rectangle 58">
                  <a:extLst>
                    <a:ext uri="{FF2B5EF4-FFF2-40B4-BE49-F238E27FC236}">
                      <a16:creationId xmlns:a16="http://schemas.microsoft.com/office/drawing/2014/main" id="{9961569E-5E38-46F4-9E7F-327ECA41841B}"/>
                    </a:ext>
                  </a:extLst>
                </p:cNvPr>
                <p:cNvSpPr/>
                <p:nvPr/>
              </p:nvSpPr>
              <p:spPr>
                <a:xfrm>
                  <a:off x="5628812" y="572880"/>
                  <a:ext cx="76987" cy="57558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60" name="Rectangle 59">
                  <a:extLst>
                    <a:ext uri="{FF2B5EF4-FFF2-40B4-BE49-F238E27FC236}">
                      <a16:creationId xmlns:a16="http://schemas.microsoft.com/office/drawing/2014/main" id="{4027F268-1E34-4224-B77E-EB860ED1DB8C}"/>
                    </a:ext>
                  </a:extLst>
                </p:cNvPr>
                <p:cNvSpPr/>
                <p:nvPr/>
              </p:nvSpPr>
              <p:spPr>
                <a:xfrm>
                  <a:off x="5700250" y="572880"/>
                  <a:ext cx="76987" cy="57558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61" name="Rectangle 60">
                  <a:extLst>
                    <a:ext uri="{FF2B5EF4-FFF2-40B4-BE49-F238E27FC236}">
                      <a16:creationId xmlns:a16="http://schemas.microsoft.com/office/drawing/2014/main" id="{BD3B54F0-2866-4316-9C41-3DC649A9EBB1}"/>
                    </a:ext>
                  </a:extLst>
                </p:cNvPr>
                <p:cNvSpPr/>
                <p:nvPr/>
              </p:nvSpPr>
              <p:spPr>
                <a:xfrm>
                  <a:off x="5779726" y="572880"/>
                  <a:ext cx="76987" cy="57558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62" name="Rectangle 61">
                  <a:extLst>
                    <a:ext uri="{FF2B5EF4-FFF2-40B4-BE49-F238E27FC236}">
                      <a16:creationId xmlns:a16="http://schemas.microsoft.com/office/drawing/2014/main" id="{F4526820-77FD-4A6B-96F0-F0AC9772EAA5}"/>
                    </a:ext>
                  </a:extLst>
                </p:cNvPr>
                <p:cNvSpPr/>
                <p:nvPr/>
              </p:nvSpPr>
              <p:spPr>
                <a:xfrm>
                  <a:off x="4345740" y="1583581"/>
                  <a:ext cx="736799" cy="33566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</p:grp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61AE49EE-8493-43E7-9502-D97D74E9561C}"/>
                  </a:ext>
                </a:extLst>
              </p:cNvPr>
              <p:cNvSpPr/>
              <p:nvPr/>
            </p:nvSpPr>
            <p:spPr>
              <a:xfrm>
                <a:off x="9552762" y="4485640"/>
                <a:ext cx="2339342" cy="184315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9DD0538A-537E-48E5-BDB1-3C314BEF82E4}"/>
                  </a:ext>
                </a:extLst>
              </p:cNvPr>
              <p:cNvSpPr/>
              <p:nvPr/>
            </p:nvSpPr>
            <p:spPr>
              <a:xfrm>
                <a:off x="10622280" y="4484757"/>
                <a:ext cx="76200" cy="111975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8B9CDDBE-3DA7-4639-8F4F-4ADD48ED9457}"/>
                  </a:ext>
                </a:extLst>
              </p:cNvPr>
              <p:cNvSpPr/>
              <p:nvPr/>
            </p:nvSpPr>
            <p:spPr>
              <a:xfrm>
                <a:off x="10698480" y="4775795"/>
                <a:ext cx="1187122" cy="8576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A027322A-E367-4D0F-8468-5FFEE790DE20}"/>
                  </a:ext>
                </a:extLst>
              </p:cNvPr>
              <p:cNvSpPr/>
              <p:nvPr/>
            </p:nvSpPr>
            <p:spPr>
              <a:xfrm>
                <a:off x="10698480" y="4861153"/>
                <a:ext cx="1187122" cy="8576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94D387A4-EF18-49B5-9C17-D615E4C4B534}"/>
                  </a:ext>
                </a:extLst>
              </p:cNvPr>
              <p:cNvSpPr/>
              <p:nvPr/>
            </p:nvSpPr>
            <p:spPr>
              <a:xfrm>
                <a:off x="10698480" y="4944400"/>
                <a:ext cx="1187122" cy="8576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C0EF5AD7-AA7C-43CA-A945-E7E20335D036}"/>
                  </a:ext>
                </a:extLst>
              </p:cNvPr>
              <p:cNvSpPr/>
              <p:nvPr/>
            </p:nvSpPr>
            <p:spPr>
              <a:xfrm>
                <a:off x="9551563" y="5517283"/>
                <a:ext cx="1070717" cy="8576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4396FF81-0F4E-42C3-B7B8-3E39AE1C283A}"/>
                  </a:ext>
                </a:extLst>
              </p:cNvPr>
              <p:cNvSpPr/>
              <p:nvPr/>
            </p:nvSpPr>
            <p:spPr>
              <a:xfrm>
                <a:off x="9551163" y="5430056"/>
                <a:ext cx="1070717" cy="8576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12D672B3-FE42-4F48-B8E7-D430A1879A28}"/>
                  </a:ext>
                </a:extLst>
              </p:cNvPr>
              <p:cNvSpPr/>
              <p:nvPr/>
            </p:nvSpPr>
            <p:spPr>
              <a:xfrm>
                <a:off x="9551563" y="5341713"/>
                <a:ext cx="1070317" cy="8576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D923AF5F-C59F-4D2A-AC0F-C40990B97D9C}"/>
                  </a:ext>
                </a:extLst>
              </p:cNvPr>
              <p:cNvSpPr/>
              <p:nvPr/>
            </p:nvSpPr>
            <p:spPr>
              <a:xfrm>
                <a:off x="9551163" y="5255948"/>
                <a:ext cx="1070317" cy="8576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9228BF79-8A02-4E01-847C-1C40F5368B28}"/>
                  </a:ext>
                </a:extLst>
              </p:cNvPr>
              <p:cNvSpPr/>
              <p:nvPr/>
            </p:nvSpPr>
            <p:spPr>
              <a:xfrm>
                <a:off x="9551162" y="5167605"/>
                <a:ext cx="1070317" cy="8576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647DBC0C-3E66-48CF-B140-2634A8A2C784}"/>
                  </a:ext>
                </a:extLst>
              </p:cNvPr>
              <p:cNvSpPr/>
              <p:nvPr/>
            </p:nvSpPr>
            <p:spPr>
              <a:xfrm>
                <a:off x="9551162" y="5080551"/>
                <a:ext cx="1070317" cy="8576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0A9F5D3-391A-451A-A9FD-CC4EB2A878BA}"/>
                  </a:ext>
                </a:extLst>
              </p:cNvPr>
              <p:cNvSpPr/>
              <p:nvPr/>
            </p:nvSpPr>
            <p:spPr>
              <a:xfrm>
                <a:off x="9551962" y="4993497"/>
                <a:ext cx="1070317" cy="8576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3EE62533-A5A6-4238-A7F7-72228D880A91}"/>
                  </a:ext>
                </a:extLst>
              </p:cNvPr>
              <p:cNvSpPr/>
              <p:nvPr/>
            </p:nvSpPr>
            <p:spPr>
              <a:xfrm>
                <a:off x="9551962" y="4907654"/>
                <a:ext cx="1070317" cy="8576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713F125E-E6DF-4518-8A25-F0AE3D08A0CD}"/>
                  </a:ext>
                </a:extLst>
              </p:cNvPr>
              <p:cNvSpPr/>
              <p:nvPr/>
            </p:nvSpPr>
            <p:spPr>
              <a:xfrm>
                <a:off x="9551962" y="4821284"/>
                <a:ext cx="1070317" cy="8576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CA91EA7C-FF3A-4704-8AD6-126F5AC3791F}"/>
                  </a:ext>
                </a:extLst>
              </p:cNvPr>
              <p:cNvSpPr/>
              <p:nvPr/>
            </p:nvSpPr>
            <p:spPr>
              <a:xfrm>
                <a:off x="9551962" y="4737084"/>
                <a:ext cx="1070317" cy="8576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5C2C35A5-344B-4EF6-8414-6754C415AD33}"/>
                  </a:ext>
                </a:extLst>
              </p:cNvPr>
              <p:cNvSpPr/>
              <p:nvPr/>
            </p:nvSpPr>
            <p:spPr>
              <a:xfrm>
                <a:off x="9551162" y="4654448"/>
                <a:ext cx="1070317" cy="8576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4F3636DA-D567-48FB-B441-503CABB99388}"/>
                  </a:ext>
                </a:extLst>
              </p:cNvPr>
              <p:cNvSpPr/>
              <p:nvPr/>
            </p:nvSpPr>
            <p:spPr>
              <a:xfrm>
                <a:off x="9551162" y="4568480"/>
                <a:ext cx="1070317" cy="8576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</p:grp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5C1E744-0486-4021-85C0-0946B5FCF9E2}"/>
                </a:ext>
              </a:extLst>
            </p:cNvPr>
            <p:cNvSpPr/>
            <p:nvPr/>
          </p:nvSpPr>
          <p:spPr>
            <a:xfrm>
              <a:off x="5212079" y="4501763"/>
              <a:ext cx="135173" cy="5486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762469C-B674-45CD-B68A-4452F674E8F7}"/>
                </a:ext>
              </a:extLst>
            </p:cNvPr>
            <p:cNvSpPr/>
            <p:nvPr/>
          </p:nvSpPr>
          <p:spPr>
            <a:xfrm>
              <a:off x="11189135" y="4071588"/>
              <a:ext cx="284221" cy="5486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pic>
        <p:nvPicPr>
          <p:cNvPr id="80" name="Picture 79">
            <a:extLst>
              <a:ext uri="{FF2B5EF4-FFF2-40B4-BE49-F238E27FC236}">
                <a16:creationId xmlns:a16="http://schemas.microsoft.com/office/drawing/2014/main" id="{5309E4EC-7250-4797-8D4A-64E281AE74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7014" y="4084349"/>
            <a:ext cx="2318693" cy="1843157"/>
          </a:xfrm>
          <a:prstGeom prst="rect">
            <a:avLst/>
          </a:prstGeom>
        </p:spPr>
      </p:pic>
      <p:pic>
        <p:nvPicPr>
          <p:cNvPr id="81" name="Picture 80">
            <a:extLst>
              <a:ext uri="{FF2B5EF4-FFF2-40B4-BE49-F238E27FC236}">
                <a16:creationId xmlns:a16="http://schemas.microsoft.com/office/drawing/2014/main" id="{4D289E9C-C52A-402A-9BDB-D151E40C92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3260" y="3994457"/>
            <a:ext cx="2487173" cy="2202298"/>
          </a:xfrm>
          <a:prstGeom prst="rect">
            <a:avLst/>
          </a:prstGeom>
        </p:spPr>
      </p:pic>
      <p:sp>
        <p:nvSpPr>
          <p:cNvPr id="83" name="TextBox 82">
            <a:extLst>
              <a:ext uri="{FF2B5EF4-FFF2-40B4-BE49-F238E27FC236}">
                <a16:creationId xmlns:a16="http://schemas.microsoft.com/office/drawing/2014/main" id="{7289DEA5-065F-45CD-8926-47B6379E7AC6}"/>
              </a:ext>
            </a:extLst>
          </p:cNvPr>
          <p:cNvSpPr txBox="1"/>
          <p:nvPr/>
        </p:nvSpPr>
        <p:spPr>
          <a:xfrm>
            <a:off x="3159760" y="71120"/>
            <a:ext cx="4592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ДДЦ 3 этаж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49316C23-8508-4197-82DC-1DC3FC54174A}"/>
              </a:ext>
            </a:extLst>
          </p:cNvPr>
          <p:cNvSpPr txBox="1"/>
          <p:nvPr/>
        </p:nvSpPr>
        <p:spPr>
          <a:xfrm>
            <a:off x="9830560" y="4805509"/>
            <a:ext cx="12063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Врач.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Каб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788CCAA6-CF7D-44D1-B5D6-F5571E907EF5}"/>
              </a:ext>
            </a:extLst>
          </p:cNvPr>
          <p:cNvSpPr txBox="1"/>
          <p:nvPr/>
        </p:nvSpPr>
        <p:spPr>
          <a:xfrm>
            <a:off x="7033984" y="4851834"/>
            <a:ext cx="12063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Врач.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Каб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B2BC1210-7FB2-489E-911C-D655D2E3FFAE}"/>
              </a:ext>
            </a:extLst>
          </p:cNvPr>
          <p:cNvSpPr txBox="1"/>
          <p:nvPr/>
        </p:nvSpPr>
        <p:spPr>
          <a:xfrm>
            <a:off x="5588503" y="1252977"/>
            <a:ext cx="12063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Врач.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Каб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C6E41C7A-6C7F-470C-B746-BDF4172560B7}"/>
              </a:ext>
            </a:extLst>
          </p:cNvPr>
          <p:cNvSpPr txBox="1"/>
          <p:nvPr/>
        </p:nvSpPr>
        <p:spPr>
          <a:xfrm>
            <a:off x="693149" y="4833885"/>
            <a:ext cx="6800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Холл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CD6BA5A-A03B-436C-AD93-08C017A38ABE}"/>
              </a:ext>
            </a:extLst>
          </p:cNvPr>
          <p:cNvSpPr txBox="1"/>
          <p:nvPr/>
        </p:nvSpPr>
        <p:spPr>
          <a:xfrm>
            <a:off x="391971" y="1343503"/>
            <a:ext cx="12063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Врач.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Каб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E0600D6A-ECE5-4AA3-AFEA-55A558CB6E77}"/>
              </a:ext>
            </a:extLst>
          </p:cNvPr>
          <p:cNvSpPr txBox="1"/>
          <p:nvPr/>
        </p:nvSpPr>
        <p:spPr>
          <a:xfrm>
            <a:off x="1515335" y="1321866"/>
            <a:ext cx="12063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Врач.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Каб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E9D03708-2D33-47A9-9FDB-FE379E92F01A}"/>
              </a:ext>
            </a:extLst>
          </p:cNvPr>
          <p:cNvSpPr txBox="1"/>
          <p:nvPr/>
        </p:nvSpPr>
        <p:spPr>
          <a:xfrm>
            <a:off x="2755205" y="1321866"/>
            <a:ext cx="12063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Врач.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Каб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4C1BBFA9-0D5F-4838-857C-C2366CC88BF8}"/>
              </a:ext>
            </a:extLst>
          </p:cNvPr>
          <p:cNvSpPr txBox="1"/>
          <p:nvPr/>
        </p:nvSpPr>
        <p:spPr>
          <a:xfrm>
            <a:off x="6790540" y="1234219"/>
            <a:ext cx="12063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Врач.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Каб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4CAA7270-628B-4D0B-8E6C-B54430A7CD49}"/>
              </a:ext>
            </a:extLst>
          </p:cNvPr>
          <p:cNvSpPr txBox="1"/>
          <p:nvPr/>
        </p:nvSpPr>
        <p:spPr>
          <a:xfrm>
            <a:off x="8080978" y="1234219"/>
            <a:ext cx="12063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Врач.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Каб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30E6638F-D6C4-454D-BD92-C1F1569D1189}"/>
              </a:ext>
            </a:extLst>
          </p:cNvPr>
          <p:cNvSpPr txBox="1"/>
          <p:nvPr/>
        </p:nvSpPr>
        <p:spPr>
          <a:xfrm>
            <a:off x="9706689" y="1225394"/>
            <a:ext cx="12063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Врач.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Каб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ED4321AE-237B-4ABA-B9EE-F9A7458D0B32}"/>
              </a:ext>
            </a:extLst>
          </p:cNvPr>
          <p:cNvSpPr txBox="1"/>
          <p:nvPr/>
        </p:nvSpPr>
        <p:spPr>
          <a:xfrm>
            <a:off x="8132589" y="4802790"/>
            <a:ext cx="12063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Врач.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Каб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0EC1B13C-D03E-48FB-A2F6-4C266427BB20}"/>
              </a:ext>
            </a:extLst>
          </p:cNvPr>
          <p:cNvSpPr txBox="1"/>
          <p:nvPr/>
        </p:nvSpPr>
        <p:spPr>
          <a:xfrm>
            <a:off x="5892340" y="4839568"/>
            <a:ext cx="12063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Врач.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Каб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D06ECB9E-F008-424F-91BF-CD4B511955A4}"/>
              </a:ext>
            </a:extLst>
          </p:cNvPr>
          <p:cNvSpPr txBox="1"/>
          <p:nvPr/>
        </p:nvSpPr>
        <p:spPr>
          <a:xfrm>
            <a:off x="4863585" y="4840598"/>
            <a:ext cx="12063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Врач.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Каб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71705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778A624-3DAE-47C0-9A83-6DBE19E3A52F}"/>
              </a:ext>
            </a:extLst>
          </p:cNvPr>
          <p:cNvGrpSpPr/>
          <p:nvPr/>
        </p:nvGrpSpPr>
        <p:grpSpPr>
          <a:xfrm>
            <a:off x="0" y="440452"/>
            <a:ext cx="11734296" cy="5764696"/>
            <a:chOff x="299896" y="564101"/>
            <a:chExt cx="11734296" cy="5764696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090B98A-4A4C-46A4-86D2-E1DFA7F81650}"/>
                </a:ext>
              </a:extLst>
            </p:cNvPr>
            <p:cNvGrpSpPr/>
            <p:nvPr/>
          </p:nvGrpSpPr>
          <p:grpSpPr>
            <a:xfrm>
              <a:off x="299896" y="564101"/>
              <a:ext cx="11734296" cy="5764696"/>
              <a:chOff x="299896" y="564101"/>
              <a:chExt cx="11734296" cy="5764696"/>
            </a:xfrm>
          </p:grpSpPr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CE033195-88CA-45BD-BB61-11B9BB4A2BCC}"/>
                  </a:ext>
                </a:extLst>
              </p:cNvPr>
              <p:cNvGrpSpPr/>
              <p:nvPr/>
            </p:nvGrpSpPr>
            <p:grpSpPr>
              <a:xfrm>
                <a:off x="299896" y="564101"/>
                <a:ext cx="11734296" cy="5764696"/>
                <a:chOff x="299896" y="564101"/>
                <a:chExt cx="11734296" cy="5764696"/>
              </a:xfrm>
            </p:grpSpPr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1F8BAC3E-3512-40F1-903B-73081BD2C079}"/>
                    </a:ext>
                  </a:extLst>
                </p:cNvPr>
                <p:cNvSpPr/>
                <p:nvPr/>
              </p:nvSpPr>
              <p:spPr>
                <a:xfrm>
                  <a:off x="553544" y="564101"/>
                  <a:ext cx="11338560" cy="5764696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ru-RU" dirty="0"/>
                    <a:t>ё</a:t>
                  </a:r>
                </a:p>
              </p:txBody>
            </p:sp>
            <p:grpSp>
              <p:nvGrpSpPr>
                <p:cNvPr id="27" name="Group 26">
                  <a:extLst>
                    <a:ext uri="{FF2B5EF4-FFF2-40B4-BE49-F238E27FC236}">
                      <a16:creationId xmlns:a16="http://schemas.microsoft.com/office/drawing/2014/main" id="{EAEE38C1-C5B3-4314-A166-1AAD056F52D4}"/>
                    </a:ext>
                  </a:extLst>
                </p:cNvPr>
                <p:cNvGrpSpPr/>
                <p:nvPr/>
              </p:nvGrpSpPr>
              <p:grpSpPr>
                <a:xfrm>
                  <a:off x="556591" y="572494"/>
                  <a:ext cx="11335513" cy="2140226"/>
                  <a:chOff x="556591" y="572494"/>
                  <a:chExt cx="11335513" cy="1804946"/>
                </a:xfrm>
              </p:grpSpPr>
              <p:sp>
                <p:nvSpPr>
                  <p:cNvPr id="71" name="Rectangle 70">
                    <a:extLst>
                      <a:ext uri="{FF2B5EF4-FFF2-40B4-BE49-F238E27FC236}">
                        <a16:creationId xmlns:a16="http://schemas.microsoft.com/office/drawing/2014/main" id="{DEAD1A09-3FAD-4DB0-A28A-783BBB68CE0C}"/>
                      </a:ext>
                    </a:extLst>
                  </p:cNvPr>
                  <p:cNvSpPr/>
                  <p:nvPr/>
                </p:nvSpPr>
                <p:spPr>
                  <a:xfrm>
                    <a:off x="556591" y="572494"/>
                    <a:ext cx="1253921" cy="1804946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ru-RU" dirty="0"/>
                      <a:t>1</a:t>
                    </a:r>
                  </a:p>
                </p:txBody>
              </p:sp>
              <p:sp>
                <p:nvSpPr>
                  <p:cNvPr id="72" name="Rectangle 71">
                    <a:extLst>
                      <a:ext uri="{FF2B5EF4-FFF2-40B4-BE49-F238E27FC236}">
                        <a16:creationId xmlns:a16="http://schemas.microsoft.com/office/drawing/2014/main" id="{B35A99E9-9C55-4E36-8545-0A03AB76E6CA}"/>
                      </a:ext>
                    </a:extLst>
                  </p:cNvPr>
                  <p:cNvSpPr/>
                  <p:nvPr/>
                </p:nvSpPr>
                <p:spPr>
                  <a:xfrm>
                    <a:off x="4312258" y="572494"/>
                    <a:ext cx="1630017" cy="1804946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sp>
                <p:nvSpPr>
                  <p:cNvPr id="73" name="Rectangle 72">
                    <a:extLst>
                      <a:ext uri="{FF2B5EF4-FFF2-40B4-BE49-F238E27FC236}">
                        <a16:creationId xmlns:a16="http://schemas.microsoft.com/office/drawing/2014/main" id="{DC4CB114-90A9-42B6-B59C-128CF5A7DB92}"/>
                      </a:ext>
                    </a:extLst>
                  </p:cNvPr>
                  <p:cNvSpPr/>
                  <p:nvPr/>
                </p:nvSpPr>
                <p:spPr>
                  <a:xfrm>
                    <a:off x="1810512" y="572494"/>
                    <a:ext cx="1253921" cy="1804946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 dirty="0"/>
                  </a:p>
                </p:txBody>
              </p:sp>
              <p:sp>
                <p:nvSpPr>
                  <p:cNvPr id="74" name="Rectangle 73">
                    <a:extLst>
                      <a:ext uri="{FF2B5EF4-FFF2-40B4-BE49-F238E27FC236}">
                        <a16:creationId xmlns:a16="http://schemas.microsoft.com/office/drawing/2014/main" id="{1CDDE796-87C9-4000-833B-D7FDAE552812}"/>
                      </a:ext>
                    </a:extLst>
                  </p:cNvPr>
                  <p:cNvSpPr/>
                  <p:nvPr/>
                </p:nvSpPr>
                <p:spPr>
                  <a:xfrm>
                    <a:off x="3064433" y="572494"/>
                    <a:ext cx="1253921" cy="1804946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sp>
                <p:nvSpPr>
                  <p:cNvPr id="75" name="Rectangle 74">
                    <a:extLst>
                      <a:ext uri="{FF2B5EF4-FFF2-40B4-BE49-F238E27FC236}">
                        <a16:creationId xmlns:a16="http://schemas.microsoft.com/office/drawing/2014/main" id="{86C3942B-C65A-4883-98D3-059EAB2C8143}"/>
                      </a:ext>
                    </a:extLst>
                  </p:cNvPr>
                  <p:cNvSpPr/>
                  <p:nvPr/>
                </p:nvSpPr>
                <p:spPr>
                  <a:xfrm>
                    <a:off x="5942275" y="572494"/>
                    <a:ext cx="1098605" cy="1804946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sp>
                <p:nvSpPr>
                  <p:cNvPr id="76" name="Rectangle 75">
                    <a:extLst>
                      <a:ext uri="{FF2B5EF4-FFF2-40B4-BE49-F238E27FC236}">
                        <a16:creationId xmlns:a16="http://schemas.microsoft.com/office/drawing/2014/main" id="{76B65B0F-C6A7-468E-837B-4E01A463CA1B}"/>
                      </a:ext>
                    </a:extLst>
                  </p:cNvPr>
                  <p:cNvSpPr/>
                  <p:nvPr/>
                </p:nvSpPr>
                <p:spPr>
                  <a:xfrm>
                    <a:off x="9752938" y="572494"/>
                    <a:ext cx="2139166" cy="1804946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sp>
                <p:nvSpPr>
                  <p:cNvPr id="77" name="Rectangle 76">
                    <a:extLst>
                      <a:ext uri="{FF2B5EF4-FFF2-40B4-BE49-F238E27FC236}">
                        <a16:creationId xmlns:a16="http://schemas.microsoft.com/office/drawing/2014/main" id="{BA94A2C7-F4F0-47CF-B6A7-E7D6D92B0404}"/>
                      </a:ext>
                    </a:extLst>
                  </p:cNvPr>
                  <p:cNvSpPr/>
                  <p:nvPr/>
                </p:nvSpPr>
                <p:spPr>
                  <a:xfrm>
                    <a:off x="7040880" y="572494"/>
                    <a:ext cx="1363980" cy="1804946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sp>
                <p:nvSpPr>
                  <p:cNvPr id="78" name="Rectangle 77">
                    <a:extLst>
                      <a:ext uri="{FF2B5EF4-FFF2-40B4-BE49-F238E27FC236}">
                        <a16:creationId xmlns:a16="http://schemas.microsoft.com/office/drawing/2014/main" id="{E02ABCB8-9CA8-4BA8-888B-234C3D2E371D}"/>
                      </a:ext>
                    </a:extLst>
                  </p:cNvPr>
                  <p:cNvSpPr/>
                  <p:nvPr/>
                </p:nvSpPr>
                <p:spPr>
                  <a:xfrm>
                    <a:off x="8388957" y="572494"/>
                    <a:ext cx="1363980" cy="1804946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 dirty="0"/>
                  </a:p>
                </p:txBody>
              </p:sp>
            </p:grpSp>
            <p:grpSp>
              <p:nvGrpSpPr>
                <p:cNvPr id="28" name="Group 27">
                  <a:extLst>
                    <a:ext uri="{FF2B5EF4-FFF2-40B4-BE49-F238E27FC236}">
                      <a16:creationId xmlns:a16="http://schemas.microsoft.com/office/drawing/2014/main" id="{1255D4EA-7D0E-477E-A40D-50467B77BC4E}"/>
                    </a:ext>
                  </a:extLst>
                </p:cNvPr>
                <p:cNvGrpSpPr/>
                <p:nvPr/>
              </p:nvGrpSpPr>
              <p:grpSpPr>
                <a:xfrm>
                  <a:off x="556591" y="4145281"/>
                  <a:ext cx="11335513" cy="2183516"/>
                  <a:chOff x="556591" y="4523851"/>
                  <a:chExt cx="11335513" cy="1804946"/>
                </a:xfrm>
              </p:grpSpPr>
              <p:sp>
                <p:nvSpPr>
                  <p:cNvPr id="63" name="Rectangle 62">
                    <a:extLst>
                      <a:ext uri="{FF2B5EF4-FFF2-40B4-BE49-F238E27FC236}">
                        <a16:creationId xmlns:a16="http://schemas.microsoft.com/office/drawing/2014/main" id="{7D8B3F7C-0093-46D4-899D-8F7C1B0F0D6A}"/>
                      </a:ext>
                    </a:extLst>
                  </p:cNvPr>
                  <p:cNvSpPr/>
                  <p:nvPr/>
                </p:nvSpPr>
                <p:spPr>
                  <a:xfrm>
                    <a:off x="556591" y="4523851"/>
                    <a:ext cx="2139166" cy="1804946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sp>
                <p:nvSpPr>
                  <p:cNvPr id="64" name="Rectangle 63">
                    <a:extLst>
                      <a:ext uri="{FF2B5EF4-FFF2-40B4-BE49-F238E27FC236}">
                        <a16:creationId xmlns:a16="http://schemas.microsoft.com/office/drawing/2014/main" id="{80014EE6-6072-4F9C-AF56-B2311F45AD25}"/>
                      </a:ext>
                    </a:extLst>
                  </p:cNvPr>
                  <p:cNvSpPr/>
                  <p:nvPr/>
                </p:nvSpPr>
                <p:spPr>
                  <a:xfrm>
                    <a:off x="2695757" y="4523851"/>
                    <a:ext cx="1098605" cy="1804946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 dirty="0"/>
                  </a:p>
                </p:txBody>
              </p:sp>
              <p:sp>
                <p:nvSpPr>
                  <p:cNvPr id="65" name="Rectangle 64">
                    <a:extLst>
                      <a:ext uri="{FF2B5EF4-FFF2-40B4-BE49-F238E27FC236}">
                        <a16:creationId xmlns:a16="http://schemas.microsoft.com/office/drawing/2014/main" id="{A4CFD8C1-1CFE-45A2-AF20-FBD0FEA24DB6}"/>
                      </a:ext>
                    </a:extLst>
                  </p:cNvPr>
                  <p:cNvSpPr/>
                  <p:nvPr/>
                </p:nvSpPr>
                <p:spPr>
                  <a:xfrm>
                    <a:off x="3794362" y="4523851"/>
                    <a:ext cx="1363980" cy="1804946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sp>
                <p:nvSpPr>
                  <p:cNvPr id="66" name="Rectangle 65">
                    <a:extLst>
                      <a:ext uri="{FF2B5EF4-FFF2-40B4-BE49-F238E27FC236}">
                        <a16:creationId xmlns:a16="http://schemas.microsoft.com/office/drawing/2014/main" id="{EAF0BFD7-072F-4D3E-A282-152ECA03E865}"/>
                      </a:ext>
                    </a:extLst>
                  </p:cNvPr>
                  <p:cNvSpPr/>
                  <p:nvPr/>
                </p:nvSpPr>
                <p:spPr>
                  <a:xfrm>
                    <a:off x="5158342" y="4523851"/>
                    <a:ext cx="1098605" cy="1804946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 dirty="0"/>
                  </a:p>
                </p:txBody>
              </p:sp>
              <p:sp>
                <p:nvSpPr>
                  <p:cNvPr id="67" name="Rectangle 66">
                    <a:extLst>
                      <a:ext uri="{FF2B5EF4-FFF2-40B4-BE49-F238E27FC236}">
                        <a16:creationId xmlns:a16="http://schemas.microsoft.com/office/drawing/2014/main" id="{B0BAE9C4-643C-46E8-B8BD-922872AF89B8}"/>
                      </a:ext>
                    </a:extLst>
                  </p:cNvPr>
                  <p:cNvSpPr/>
                  <p:nvPr/>
                </p:nvSpPr>
                <p:spPr>
                  <a:xfrm>
                    <a:off x="6256947" y="4523851"/>
                    <a:ext cx="1098605" cy="1804946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 dirty="0"/>
                  </a:p>
                </p:txBody>
              </p:sp>
              <p:sp>
                <p:nvSpPr>
                  <p:cNvPr id="68" name="Rectangle 67">
                    <a:extLst>
                      <a:ext uri="{FF2B5EF4-FFF2-40B4-BE49-F238E27FC236}">
                        <a16:creationId xmlns:a16="http://schemas.microsoft.com/office/drawing/2014/main" id="{49AC89B1-D38B-4610-A3DF-B2E3A7C8E11F}"/>
                      </a:ext>
                    </a:extLst>
                  </p:cNvPr>
                  <p:cNvSpPr/>
                  <p:nvPr/>
                </p:nvSpPr>
                <p:spPr>
                  <a:xfrm>
                    <a:off x="7355552" y="4523851"/>
                    <a:ext cx="1098605" cy="1804946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 dirty="0"/>
                  </a:p>
                </p:txBody>
              </p:sp>
              <p:sp>
                <p:nvSpPr>
                  <p:cNvPr id="69" name="Rectangle 68">
                    <a:extLst>
                      <a:ext uri="{FF2B5EF4-FFF2-40B4-BE49-F238E27FC236}">
                        <a16:creationId xmlns:a16="http://schemas.microsoft.com/office/drawing/2014/main" id="{B2DEE84B-3833-4C1C-9AEE-4AC1F56DE97E}"/>
                      </a:ext>
                    </a:extLst>
                  </p:cNvPr>
                  <p:cNvSpPr/>
                  <p:nvPr/>
                </p:nvSpPr>
                <p:spPr>
                  <a:xfrm>
                    <a:off x="8454157" y="4523851"/>
                    <a:ext cx="1098605" cy="1804946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 dirty="0"/>
                  </a:p>
                </p:txBody>
              </p:sp>
              <p:sp>
                <p:nvSpPr>
                  <p:cNvPr id="70" name="Rectangle 69">
                    <a:extLst>
                      <a:ext uri="{FF2B5EF4-FFF2-40B4-BE49-F238E27FC236}">
                        <a16:creationId xmlns:a16="http://schemas.microsoft.com/office/drawing/2014/main" id="{B8F63110-4301-4C93-8BDC-D392D98231DF}"/>
                      </a:ext>
                    </a:extLst>
                  </p:cNvPr>
                  <p:cNvSpPr/>
                  <p:nvPr/>
                </p:nvSpPr>
                <p:spPr>
                  <a:xfrm>
                    <a:off x="9552762" y="4523851"/>
                    <a:ext cx="2339342" cy="1804946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</p:grpSp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29F0F82A-FFF4-4E1C-A8F6-A54F479F3EEF}"/>
                    </a:ext>
                  </a:extLst>
                </p:cNvPr>
                <p:cNvSpPr/>
                <p:nvPr/>
              </p:nvSpPr>
              <p:spPr>
                <a:xfrm>
                  <a:off x="903133" y="2506626"/>
                  <a:ext cx="560836" cy="33566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17D1DCA8-2D5C-4100-8B71-0659BB4B20CD}"/>
                    </a:ext>
                  </a:extLst>
                </p:cNvPr>
                <p:cNvSpPr/>
                <p:nvPr/>
              </p:nvSpPr>
              <p:spPr>
                <a:xfrm>
                  <a:off x="2150959" y="2519165"/>
                  <a:ext cx="560836" cy="33566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 dirty="0"/>
                </a:p>
              </p:txBody>
            </p:sp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D40A03D2-4D16-4C1D-87A1-AB69D1D06192}"/>
                    </a:ext>
                  </a:extLst>
                </p:cNvPr>
                <p:cNvSpPr/>
                <p:nvPr/>
              </p:nvSpPr>
              <p:spPr>
                <a:xfrm>
                  <a:off x="3410975" y="2506626"/>
                  <a:ext cx="560836" cy="33566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32" name="Rectangle 31">
                  <a:extLst>
                    <a:ext uri="{FF2B5EF4-FFF2-40B4-BE49-F238E27FC236}">
                      <a16:creationId xmlns:a16="http://schemas.microsoft.com/office/drawing/2014/main" id="{6F948B45-6B0E-41DF-B495-206AFBE5250B}"/>
                    </a:ext>
                  </a:extLst>
                </p:cNvPr>
                <p:cNvSpPr/>
                <p:nvPr/>
              </p:nvSpPr>
              <p:spPr>
                <a:xfrm>
                  <a:off x="4849896" y="2506626"/>
                  <a:ext cx="560836" cy="33566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9A337851-0A18-45E5-8947-F426F20EBD79}"/>
                    </a:ext>
                  </a:extLst>
                </p:cNvPr>
                <p:cNvSpPr/>
                <p:nvPr/>
              </p:nvSpPr>
              <p:spPr>
                <a:xfrm>
                  <a:off x="6204980" y="2519165"/>
                  <a:ext cx="560836" cy="33566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34" name="Rectangle 33">
                  <a:extLst>
                    <a:ext uri="{FF2B5EF4-FFF2-40B4-BE49-F238E27FC236}">
                      <a16:creationId xmlns:a16="http://schemas.microsoft.com/office/drawing/2014/main" id="{CD3445F4-36BC-47A2-A316-053076CFA576}"/>
                    </a:ext>
                  </a:extLst>
                </p:cNvPr>
                <p:cNvSpPr/>
                <p:nvPr/>
              </p:nvSpPr>
              <p:spPr>
                <a:xfrm>
                  <a:off x="7440636" y="2519165"/>
                  <a:ext cx="560836" cy="33566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6EB4D7E9-7E16-4E62-A8E0-97D9B7C916A1}"/>
                    </a:ext>
                  </a:extLst>
                </p:cNvPr>
                <p:cNvSpPr/>
                <p:nvPr/>
              </p:nvSpPr>
              <p:spPr>
                <a:xfrm>
                  <a:off x="8788713" y="2475134"/>
                  <a:ext cx="560836" cy="33566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36" name="Rectangle 35">
                  <a:extLst>
                    <a:ext uri="{FF2B5EF4-FFF2-40B4-BE49-F238E27FC236}">
                      <a16:creationId xmlns:a16="http://schemas.microsoft.com/office/drawing/2014/main" id="{F0A1CCD7-02BB-48E3-B994-181DF44AD936}"/>
                    </a:ext>
                  </a:extLst>
                </p:cNvPr>
                <p:cNvSpPr/>
                <p:nvPr/>
              </p:nvSpPr>
              <p:spPr>
                <a:xfrm>
                  <a:off x="10542103" y="2506939"/>
                  <a:ext cx="560836" cy="33566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620E4D90-3122-407A-A9AC-5B4BD1B47F21}"/>
                    </a:ext>
                  </a:extLst>
                </p:cNvPr>
                <p:cNvSpPr/>
                <p:nvPr/>
              </p:nvSpPr>
              <p:spPr>
                <a:xfrm>
                  <a:off x="1597152" y="3951726"/>
                  <a:ext cx="560836" cy="33566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 dirty="0"/>
                </a:p>
              </p:txBody>
            </p:sp>
            <p:sp>
              <p:nvSpPr>
                <p:cNvPr id="38" name="Rectangle 37">
                  <a:extLst>
                    <a:ext uri="{FF2B5EF4-FFF2-40B4-BE49-F238E27FC236}">
                      <a16:creationId xmlns:a16="http://schemas.microsoft.com/office/drawing/2014/main" id="{1AD5878F-0F39-4D32-B045-3FD8178B382A}"/>
                    </a:ext>
                  </a:extLst>
                </p:cNvPr>
                <p:cNvSpPr/>
                <p:nvPr/>
              </p:nvSpPr>
              <p:spPr>
                <a:xfrm>
                  <a:off x="2964641" y="3988534"/>
                  <a:ext cx="560836" cy="33566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3B69A16D-106B-40B7-9933-62CBF9750085}"/>
                    </a:ext>
                  </a:extLst>
                </p:cNvPr>
                <p:cNvSpPr/>
                <p:nvPr/>
              </p:nvSpPr>
              <p:spPr>
                <a:xfrm>
                  <a:off x="4162733" y="3988534"/>
                  <a:ext cx="560836" cy="33566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40" name="Rectangle 39">
                  <a:extLst>
                    <a:ext uri="{FF2B5EF4-FFF2-40B4-BE49-F238E27FC236}">
                      <a16:creationId xmlns:a16="http://schemas.microsoft.com/office/drawing/2014/main" id="{9D6C4BD8-2063-4DDB-B024-97AA54995942}"/>
                    </a:ext>
                  </a:extLst>
                </p:cNvPr>
                <p:cNvSpPr/>
                <p:nvPr/>
              </p:nvSpPr>
              <p:spPr>
                <a:xfrm>
                  <a:off x="5387486" y="3982222"/>
                  <a:ext cx="560836" cy="33566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41" name="Rectangle 40">
                  <a:extLst>
                    <a:ext uri="{FF2B5EF4-FFF2-40B4-BE49-F238E27FC236}">
                      <a16:creationId xmlns:a16="http://schemas.microsoft.com/office/drawing/2014/main" id="{8A657DCC-8B01-498B-94B5-8CB0EAF59C4D}"/>
                    </a:ext>
                  </a:extLst>
                </p:cNvPr>
                <p:cNvSpPr/>
                <p:nvPr/>
              </p:nvSpPr>
              <p:spPr>
                <a:xfrm>
                  <a:off x="6476544" y="3951726"/>
                  <a:ext cx="560836" cy="33566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42" name="Rectangle 41">
                  <a:extLst>
                    <a:ext uri="{FF2B5EF4-FFF2-40B4-BE49-F238E27FC236}">
                      <a16:creationId xmlns:a16="http://schemas.microsoft.com/office/drawing/2014/main" id="{3792937C-7EEF-43DC-B4CB-9C0098C3FCB2}"/>
                    </a:ext>
                  </a:extLst>
                </p:cNvPr>
                <p:cNvSpPr/>
                <p:nvPr/>
              </p:nvSpPr>
              <p:spPr>
                <a:xfrm>
                  <a:off x="7603356" y="3951726"/>
                  <a:ext cx="560836" cy="33566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43" name="Rectangle 42">
                  <a:extLst>
                    <a:ext uri="{FF2B5EF4-FFF2-40B4-BE49-F238E27FC236}">
                      <a16:creationId xmlns:a16="http://schemas.microsoft.com/office/drawing/2014/main" id="{A4E21571-4CFF-45AA-B030-26AAAABD9466}"/>
                    </a:ext>
                  </a:extLst>
                </p:cNvPr>
                <p:cNvSpPr/>
                <p:nvPr/>
              </p:nvSpPr>
              <p:spPr>
                <a:xfrm>
                  <a:off x="8708077" y="3977448"/>
                  <a:ext cx="560836" cy="33566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44" name="Rectangle 43">
                  <a:extLst>
                    <a:ext uri="{FF2B5EF4-FFF2-40B4-BE49-F238E27FC236}">
                      <a16:creationId xmlns:a16="http://schemas.microsoft.com/office/drawing/2014/main" id="{0CDAE7E7-F28C-4BE1-A5D5-83F04CE6E83F}"/>
                    </a:ext>
                  </a:extLst>
                </p:cNvPr>
                <p:cNvSpPr/>
                <p:nvPr/>
              </p:nvSpPr>
              <p:spPr>
                <a:xfrm>
                  <a:off x="9566910" y="3920516"/>
                  <a:ext cx="2308860" cy="33566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F808F814-707A-49CD-9E9A-DE4194062B0A}"/>
                    </a:ext>
                  </a:extLst>
                </p:cNvPr>
                <p:cNvSpPr/>
                <p:nvPr/>
              </p:nvSpPr>
              <p:spPr>
                <a:xfrm>
                  <a:off x="299896" y="3038777"/>
                  <a:ext cx="560836" cy="586891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46" name="Rectangle 45">
                  <a:extLst>
                    <a:ext uri="{FF2B5EF4-FFF2-40B4-BE49-F238E27FC236}">
                      <a16:creationId xmlns:a16="http://schemas.microsoft.com/office/drawing/2014/main" id="{5DB01DCD-2A13-4B0E-9078-EAF03FE15F55}"/>
                    </a:ext>
                  </a:extLst>
                </p:cNvPr>
                <p:cNvSpPr/>
                <p:nvPr/>
              </p:nvSpPr>
              <p:spPr>
                <a:xfrm>
                  <a:off x="11473356" y="3038777"/>
                  <a:ext cx="560836" cy="586891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E34DD794-C6D2-45F5-9C23-60DF360CB759}"/>
                    </a:ext>
                  </a:extLst>
                </p:cNvPr>
                <p:cNvSpPr/>
                <p:nvPr/>
              </p:nvSpPr>
              <p:spPr>
                <a:xfrm>
                  <a:off x="4317338" y="572492"/>
                  <a:ext cx="1624935" cy="1154708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48" name="Rectangle 47">
                  <a:extLst>
                    <a:ext uri="{FF2B5EF4-FFF2-40B4-BE49-F238E27FC236}">
                      <a16:creationId xmlns:a16="http://schemas.microsoft.com/office/drawing/2014/main" id="{47683C83-CD87-414B-8F9C-C6235F7D3395}"/>
                    </a:ext>
                  </a:extLst>
                </p:cNvPr>
                <p:cNvSpPr/>
                <p:nvPr/>
              </p:nvSpPr>
              <p:spPr>
                <a:xfrm>
                  <a:off x="5100319" y="1148080"/>
                  <a:ext cx="841954" cy="58060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49" name="Rectangle 48">
                  <a:extLst>
                    <a:ext uri="{FF2B5EF4-FFF2-40B4-BE49-F238E27FC236}">
                      <a16:creationId xmlns:a16="http://schemas.microsoft.com/office/drawing/2014/main" id="{01D8A4D6-5371-4DAC-B0F6-FE35938BA025}"/>
                    </a:ext>
                  </a:extLst>
                </p:cNvPr>
                <p:cNvSpPr/>
                <p:nvPr/>
              </p:nvSpPr>
              <p:spPr>
                <a:xfrm>
                  <a:off x="4317338" y="1148080"/>
                  <a:ext cx="782981" cy="889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50" name="Rectangle 49">
                  <a:extLst>
                    <a:ext uri="{FF2B5EF4-FFF2-40B4-BE49-F238E27FC236}">
                      <a16:creationId xmlns:a16="http://schemas.microsoft.com/office/drawing/2014/main" id="{C3973946-DF0C-4DE8-BECF-71F2A13EACEA}"/>
                    </a:ext>
                  </a:extLst>
                </p:cNvPr>
                <p:cNvSpPr/>
                <p:nvPr/>
              </p:nvSpPr>
              <p:spPr>
                <a:xfrm>
                  <a:off x="4315965" y="1230812"/>
                  <a:ext cx="782981" cy="889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51" name="Rectangle 50">
                  <a:extLst>
                    <a:ext uri="{FF2B5EF4-FFF2-40B4-BE49-F238E27FC236}">
                      <a16:creationId xmlns:a16="http://schemas.microsoft.com/office/drawing/2014/main" id="{AE06A0AB-394A-4D8D-B078-E777580BA3CC}"/>
                    </a:ext>
                  </a:extLst>
                </p:cNvPr>
                <p:cNvSpPr/>
                <p:nvPr/>
              </p:nvSpPr>
              <p:spPr>
                <a:xfrm>
                  <a:off x="4315917" y="1299574"/>
                  <a:ext cx="782981" cy="6712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52" name="Rectangle 51">
                  <a:extLst>
                    <a:ext uri="{FF2B5EF4-FFF2-40B4-BE49-F238E27FC236}">
                      <a16:creationId xmlns:a16="http://schemas.microsoft.com/office/drawing/2014/main" id="{793872F6-EF70-4E13-85FB-31903A53A30B}"/>
                    </a:ext>
                  </a:extLst>
                </p:cNvPr>
                <p:cNvSpPr/>
                <p:nvPr/>
              </p:nvSpPr>
              <p:spPr>
                <a:xfrm>
                  <a:off x="5098898" y="572494"/>
                  <a:ext cx="76987" cy="57558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A31FD790-F68D-430C-AD7A-4BBD1B17E565}"/>
                    </a:ext>
                  </a:extLst>
                </p:cNvPr>
                <p:cNvSpPr/>
                <p:nvPr/>
              </p:nvSpPr>
              <p:spPr>
                <a:xfrm>
                  <a:off x="5175098" y="572494"/>
                  <a:ext cx="76987" cy="57558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24B95DD1-9ECA-496A-A833-8A05168631B7}"/>
                    </a:ext>
                  </a:extLst>
                </p:cNvPr>
                <p:cNvSpPr/>
                <p:nvPr/>
              </p:nvSpPr>
              <p:spPr>
                <a:xfrm>
                  <a:off x="5246141" y="572494"/>
                  <a:ext cx="76987" cy="57558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37A25094-00DA-4F9E-8DFD-7EEE0C119487}"/>
                    </a:ext>
                  </a:extLst>
                </p:cNvPr>
                <p:cNvSpPr/>
                <p:nvPr/>
              </p:nvSpPr>
              <p:spPr>
                <a:xfrm>
                  <a:off x="5322341" y="572494"/>
                  <a:ext cx="76987" cy="57558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DCDD7D62-00B4-4CC6-9AA0-233C6B9BE27C}"/>
                    </a:ext>
                  </a:extLst>
                </p:cNvPr>
                <p:cNvSpPr/>
                <p:nvPr/>
              </p:nvSpPr>
              <p:spPr>
                <a:xfrm>
                  <a:off x="5399574" y="571727"/>
                  <a:ext cx="76987" cy="57558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57" name="Rectangle 56">
                  <a:extLst>
                    <a:ext uri="{FF2B5EF4-FFF2-40B4-BE49-F238E27FC236}">
                      <a16:creationId xmlns:a16="http://schemas.microsoft.com/office/drawing/2014/main" id="{869D4571-50F2-4F4B-A3E7-28622DC87430}"/>
                    </a:ext>
                  </a:extLst>
                </p:cNvPr>
                <p:cNvSpPr/>
                <p:nvPr/>
              </p:nvSpPr>
              <p:spPr>
                <a:xfrm>
                  <a:off x="5475774" y="571727"/>
                  <a:ext cx="76987" cy="57558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58" name="Rectangle 57">
                  <a:extLst>
                    <a:ext uri="{FF2B5EF4-FFF2-40B4-BE49-F238E27FC236}">
                      <a16:creationId xmlns:a16="http://schemas.microsoft.com/office/drawing/2014/main" id="{779696B7-0525-4D53-A52A-BBA69AC7EAE3}"/>
                    </a:ext>
                  </a:extLst>
                </p:cNvPr>
                <p:cNvSpPr/>
                <p:nvPr/>
              </p:nvSpPr>
              <p:spPr>
                <a:xfrm>
                  <a:off x="5551974" y="572494"/>
                  <a:ext cx="76987" cy="57558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59" name="Rectangle 58">
                  <a:extLst>
                    <a:ext uri="{FF2B5EF4-FFF2-40B4-BE49-F238E27FC236}">
                      <a16:creationId xmlns:a16="http://schemas.microsoft.com/office/drawing/2014/main" id="{9961569E-5E38-46F4-9E7F-327ECA41841B}"/>
                    </a:ext>
                  </a:extLst>
                </p:cNvPr>
                <p:cNvSpPr/>
                <p:nvPr/>
              </p:nvSpPr>
              <p:spPr>
                <a:xfrm>
                  <a:off x="5628812" y="572880"/>
                  <a:ext cx="76987" cy="57558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60" name="Rectangle 59">
                  <a:extLst>
                    <a:ext uri="{FF2B5EF4-FFF2-40B4-BE49-F238E27FC236}">
                      <a16:creationId xmlns:a16="http://schemas.microsoft.com/office/drawing/2014/main" id="{4027F268-1E34-4224-B77E-EB860ED1DB8C}"/>
                    </a:ext>
                  </a:extLst>
                </p:cNvPr>
                <p:cNvSpPr/>
                <p:nvPr/>
              </p:nvSpPr>
              <p:spPr>
                <a:xfrm>
                  <a:off x="5700250" y="572880"/>
                  <a:ext cx="76987" cy="57558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61" name="Rectangle 60">
                  <a:extLst>
                    <a:ext uri="{FF2B5EF4-FFF2-40B4-BE49-F238E27FC236}">
                      <a16:creationId xmlns:a16="http://schemas.microsoft.com/office/drawing/2014/main" id="{BD3B54F0-2866-4316-9C41-3DC649A9EBB1}"/>
                    </a:ext>
                  </a:extLst>
                </p:cNvPr>
                <p:cNvSpPr/>
                <p:nvPr/>
              </p:nvSpPr>
              <p:spPr>
                <a:xfrm>
                  <a:off x="5779726" y="572880"/>
                  <a:ext cx="76987" cy="57558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62" name="Rectangle 61">
                  <a:extLst>
                    <a:ext uri="{FF2B5EF4-FFF2-40B4-BE49-F238E27FC236}">
                      <a16:creationId xmlns:a16="http://schemas.microsoft.com/office/drawing/2014/main" id="{F4526820-77FD-4A6B-96F0-F0AC9772EAA5}"/>
                    </a:ext>
                  </a:extLst>
                </p:cNvPr>
                <p:cNvSpPr/>
                <p:nvPr/>
              </p:nvSpPr>
              <p:spPr>
                <a:xfrm>
                  <a:off x="4345740" y="1583581"/>
                  <a:ext cx="736799" cy="33566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</p:grp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61AE49EE-8493-43E7-9502-D97D74E9561C}"/>
                  </a:ext>
                </a:extLst>
              </p:cNvPr>
              <p:cNvSpPr/>
              <p:nvPr/>
            </p:nvSpPr>
            <p:spPr>
              <a:xfrm>
                <a:off x="9552762" y="4485640"/>
                <a:ext cx="2339342" cy="184315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9DD0538A-537E-48E5-BDB1-3C314BEF82E4}"/>
                  </a:ext>
                </a:extLst>
              </p:cNvPr>
              <p:cNvSpPr/>
              <p:nvPr/>
            </p:nvSpPr>
            <p:spPr>
              <a:xfrm>
                <a:off x="10622280" y="4484757"/>
                <a:ext cx="76200" cy="111975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8B9CDDBE-3DA7-4639-8F4F-4ADD48ED9457}"/>
                  </a:ext>
                </a:extLst>
              </p:cNvPr>
              <p:cNvSpPr/>
              <p:nvPr/>
            </p:nvSpPr>
            <p:spPr>
              <a:xfrm>
                <a:off x="10698480" y="4775795"/>
                <a:ext cx="1187122" cy="8576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A027322A-E367-4D0F-8468-5FFEE790DE20}"/>
                  </a:ext>
                </a:extLst>
              </p:cNvPr>
              <p:cNvSpPr/>
              <p:nvPr/>
            </p:nvSpPr>
            <p:spPr>
              <a:xfrm>
                <a:off x="10698480" y="4861153"/>
                <a:ext cx="1187122" cy="8576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94D387A4-EF18-49B5-9C17-D615E4C4B534}"/>
                  </a:ext>
                </a:extLst>
              </p:cNvPr>
              <p:cNvSpPr/>
              <p:nvPr/>
            </p:nvSpPr>
            <p:spPr>
              <a:xfrm>
                <a:off x="10698480" y="4944400"/>
                <a:ext cx="1187122" cy="8576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C0EF5AD7-AA7C-43CA-A945-E7E20335D036}"/>
                  </a:ext>
                </a:extLst>
              </p:cNvPr>
              <p:cNvSpPr/>
              <p:nvPr/>
            </p:nvSpPr>
            <p:spPr>
              <a:xfrm>
                <a:off x="9551563" y="5517283"/>
                <a:ext cx="1070717" cy="8576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4396FF81-0F4E-42C3-B7B8-3E39AE1C283A}"/>
                  </a:ext>
                </a:extLst>
              </p:cNvPr>
              <p:cNvSpPr/>
              <p:nvPr/>
            </p:nvSpPr>
            <p:spPr>
              <a:xfrm>
                <a:off x="9551163" y="5430056"/>
                <a:ext cx="1070717" cy="8576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12D672B3-FE42-4F48-B8E7-D430A1879A28}"/>
                  </a:ext>
                </a:extLst>
              </p:cNvPr>
              <p:cNvSpPr/>
              <p:nvPr/>
            </p:nvSpPr>
            <p:spPr>
              <a:xfrm>
                <a:off x="9551563" y="5341713"/>
                <a:ext cx="1070317" cy="8576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D923AF5F-C59F-4D2A-AC0F-C40990B97D9C}"/>
                  </a:ext>
                </a:extLst>
              </p:cNvPr>
              <p:cNvSpPr/>
              <p:nvPr/>
            </p:nvSpPr>
            <p:spPr>
              <a:xfrm>
                <a:off x="9551163" y="5255948"/>
                <a:ext cx="1070317" cy="8576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9228BF79-8A02-4E01-847C-1C40F5368B28}"/>
                  </a:ext>
                </a:extLst>
              </p:cNvPr>
              <p:cNvSpPr/>
              <p:nvPr/>
            </p:nvSpPr>
            <p:spPr>
              <a:xfrm>
                <a:off x="9551162" y="5167605"/>
                <a:ext cx="1070317" cy="8576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647DBC0C-3E66-48CF-B140-2634A8A2C784}"/>
                  </a:ext>
                </a:extLst>
              </p:cNvPr>
              <p:cNvSpPr/>
              <p:nvPr/>
            </p:nvSpPr>
            <p:spPr>
              <a:xfrm>
                <a:off x="9551162" y="5080551"/>
                <a:ext cx="1070317" cy="8576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0A9F5D3-391A-451A-A9FD-CC4EB2A878BA}"/>
                  </a:ext>
                </a:extLst>
              </p:cNvPr>
              <p:cNvSpPr/>
              <p:nvPr/>
            </p:nvSpPr>
            <p:spPr>
              <a:xfrm>
                <a:off x="9551962" y="4993497"/>
                <a:ext cx="1070317" cy="8576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3EE62533-A5A6-4238-A7F7-72228D880A91}"/>
                  </a:ext>
                </a:extLst>
              </p:cNvPr>
              <p:cNvSpPr/>
              <p:nvPr/>
            </p:nvSpPr>
            <p:spPr>
              <a:xfrm>
                <a:off x="9551962" y="4907654"/>
                <a:ext cx="1070317" cy="8576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713F125E-E6DF-4518-8A25-F0AE3D08A0CD}"/>
                  </a:ext>
                </a:extLst>
              </p:cNvPr>
              <p:cNvSpPr/>
              <p:nvPr/>
            </p:nvSpPr>
            <p:spPr>
              <a:xfrm>
                <a:off x="9551962" y="4821284"/>
                <a:ext cx="1070317" cy="8576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CA91EA7C-FF3A-4704-8AD6-126F5AC3791F}"/>
                  </a:ext>
                </a:extLst>
              </p:cNvPr>
              <p:cNvSpPr/>
              <p:nvPr/>
            </p:nvSpPr>
            <p:spPr>
              <a:xfrm>
                <a:off x="9551962" y="4737084"/>
                <a:ext cx="1070317" cy="8576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5C2C35A5-344B-4EF6-8414-6754C415AD33}"/>
                  </a:ext>
                </a:extLst>
              </p:cNvPr>
              <p:cNvSpPr/>
              <p:nvPr/>
            </p:nvSpPr>
            <p:spPr>
              <a:xfrm>
                <a:off x="9551162" y="4654448"/>
                <a:ext cx="1070317" cy="8576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4F3636DA-D567-48FB-B441-503CABB99388}"/>
                  </a:ext>
                </a:extLst>
              </p:cNvPr>
              <p:cNvSpPr/>
              <p:nvPr/>
            </p:nvSpPr>
            <p:spPr>
              <a:xfrm>
                <a:off x="9551162" y="4568480"/>
                <a:ext cx="1070317" cy="8576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</p:grp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5C1E744-0486-4021-85C0-0946B5FCF9E2}"/>
                </a:ext>
              </a:extLst>
            </p:cNvPr>
            <p:cNvSpPr/>
            <p:nvPr/>
          </p:nvSpPr>
          <p:spPr>
            <a:xfrm>
              <a:off x="5212079" y="4501763"/>
              <a:ext cx="135173" cy="5486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762469C-B674-45CD-B68A-4452F674E8F7}"/>
                </a:ext>
              </a:extLst>
            </p:cNvPr>
            <p:cNvSpPr/>
            <p:nvPr/>
          </p:nvSpPr>
          <p:spPr>
            <a:xfrm>
              <a:off x="11189135" y="4071588"/>
              <a:ext cx="284221" cy="5486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pic>
        <p:nvPicPr>
          <p:cNvPr id="80" name="Picture 79">
            <a:extLst>
              <a:ext uri="{FF2B5EF4-FFF2-40B4-BE49-F238E27FC236}">
                <a16:creationId xmlns:a16="http://schemas.microsoft.com/office/drawing/2014/main" id="{5309E4EC-7250-4797-8D4A-64E281AE74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7014" y="4084349"/>
            <a:ext cx="2318693" cy="1843157"/>
          </a:xfrm>
          <a:prstGeom prst="rect">
            <a:avLst/>
          </a:prstGeom>
        </p:spPr>
      </p:pic>
      <p:pic>
        <p:nvPicPr>
          <p:cNvPr id="81" name="Picture 80">
            <a:extLst>
              <a:ext uri="{FF2B5EF4-FFF2-40B4-BE49-F238E27FC236}">
                <a16:creationId xmlns:a16="http://schemas.microsoft.com/office/drawing/2014/main" id="{4D289E9C-C52A-402A-9BDB-D151E40C92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3260" y="3994457"/>
            <a:ext cx="2487173" cy="2202298"/>
          </a:xfrm>
          <a:prstGeom prst="rect">
            <a:avLst/>
          </a:prstGeom>
        </p:spPr>
      </p:pic>
      <p:sp>
        <p:nvSpPr>
          <p:cNvPr id="83" name="TextBox 82">
            <a:extLst>
              <a:ext uri="{FF2B5EF4-FFF2-40B4-BE49-F238E27FC236}">
                <a16:creationId xmlns:a16="http://schemas.microsoft.com/office/drawing/2014/main" id="{7289DEA5-065F-45CD-8926-47B6379E7AC6}"/>
              </a:ext>
            </a:extLst>
          </p:cNvPr>
          <p:cNvSpPr txBox="1"/>
          <p:nvPr/>
        </p:nvSpPr>
        <p:spPr>
          <a:xfrm>
            <a:off x="3159760" y="71120"/>
            <a:ext cx="4592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ДДЦ 2 этаж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9B0EA91-0CF8-4EC7-9F28-25FD2425EBF9}"/>
              </a:ext>
            </a:extLst>
          </p:cNvPr>
          <p:cNvSpPr txBox="1"/>
          <p:nvPr/>
        </p:nvSpPr>
        <p:spPr>
          <a:xfrm>
            <a:off x="4811622" y="4815118"/>
            <a:ext cx="12638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Мед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Перс.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49316C23-8508-4197-82DC-1DC3FC54174A}"/>
              </a:ext>
            </a:extLst>
          </p:cNvPr>
          <p:cNvSpPr txBox="1"/>
          <p:nvPr/>
        </p:nvSpPr>
        <p:spPr>
          <a:xfrm>
            <a:off x="9830560" y="4805509"/>
            <a:ext cx="12063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Врач.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Каб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677291A3-C03B-4F9B-B974-4298774EE5AD}"/>
              </a:ext>
            </a:extLst>
          </p:cNvPr>
          <p:cNvSpPr txBox="1"/>
          <p:nvPr/>
        </p:nvSpPr>
        <p:spPr>
          <a:xfrm>
            <a:off x="9911702" y="1302263"/>
            <a:ext cx="12063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Врач.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Каб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788CCAA6-CF7D-44D1-B5D6-F5571E907EF5}"/>
              </a:ext>
            </a:extLst>
          </p:cNvPr>
          <p:cNvSpPr txBox="1"/>
          <p:nvPr/>
        </p:nvSpPr>
        <p:spPr>
          <a:xfrm>
            <a:off x="7033984" y="4851834"/>
            <a:ext cx="12063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Врач.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Каб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67F242BD-5E07-4686-B327-7C5B3881776F}"/>
              </a:ext>
            </a:extLst>
          </p:cNvPr>
          <p:cNvSpPr txBox="1"/>
          <p:nvPr/>
        </p:nvSpPr>
        <p:spPr>
          <a:xfrm>
            <a:off x="8249119" y="1270566"/>
            <a:ext cx="1066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Перев-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ая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4DD0D1FD-C0BA-4CB4-B9D2-A5D927AA98D6}"/>
              </a:ext>
            </a:extLst>
          </p:cNvPr>
          <p:cNvSpPr txBox="1"/>
          <p:nvPr/>
        </p:nvSpPr>
        <p:spPr>
          <a:xfrm>
            <a:off x="6907391" y="1270566"/>
            <a:ext cx="10881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Гипсовая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FC1EA7DF-A1ED-42AC-AB78-866C19AFEF42}"/>
              </a:ext>
            </a:extLst>
          </p:cNvPr>
          <p:cNvSpPr txBox="1"/>
          <p:nvPr/>
        </p:nvSpPr>
        <p:spPr>
          <a:xfrm>
            <a:off x="2742898" y="1271735"/>
            <a:ext cx="13236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Рентген зал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B2BC1210-7FB2-489E-911C-D655D2E3FFAE}"/>
              </a:ext>
            </a:extLst>
          </p:cNvPr>
          <p:cNvSpPr txBox="1"/>
          <p:nvPr/>
        </p:nvSpPr>
        <p:spPr>
          <a:xfrm>
            <a:off x="5588503" y="1252977"/>
            <a:ext cx="12063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Врач.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Каб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573C417C-3D85-4AC8-AF94-A3866F247B26}"/>
              </a:ext>
            </a:extLst>
          </p:cNvPr>
          <p:cNvSpPr txBox="1"/>
          <p:nvPr/>
        </p:nvSpPr>
        <p:spPr>
          <a:xfrm>
            <a:off x="1484873" y="1270779"/>
            <a:ext cx="13456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Аппаратная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C6E41C7A-6C7F-470C-B746-BDF4172560B7}"/>
              </a:ext>
            </a:extLst>
          </p:cNvPr>
          <p:cNvSpPr txBox="1"/>
          <p:nvPr/>
        </p:nvSpPr>
        <p:spPr>
          <a:xfrm>
            <a:off x="693149" y="4833885"/>
            <a:ext cx="6800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Холл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CD6BA5A-A03B-436C-AD93-08C017A38ABE}"/>
              </a:ext>
            </a:extLst>
          </p:cNvPr>
          <p:cNvSpPr txBox="1"/>
          <p:nvPr/>
        </p:nvSpPr>
        <p:spPr>
          <a:xfrm>
            <a:off x="454263" y="1429802"/>
            <a:ext cx="12063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Врач.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Каб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24864198-0EDF-4F73-AD35-C3BFDED2ED83}"/>
              </a:ext>
            </a:extLst>
          </p:cNvPr>
          <p:cNvSpPr txBox="1"/>
          <p:nvPr/>
        </p:nvSpPr>
        <p:spPr>
          <a:xfrm>
            <a:off x="5978723" y="4805509"/>
            <a:ext cx="1050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Зав ДДЦ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B76F375A-21D2-471C-92BC-030DD52D9D7B}"/>
              </a:ext>
            </a:extLst>
          </p:cNvPr>
          <p:cNvSpPr txBox="1"/>
          <p:nvPr/>
        </p:nvSpPr>
        <p:spPr>
          <a:xfrm>
            <a:off x="8149325" y="4820556"/>
            <a:ext cx="12107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Процедур.</a:t>
            </a:r>
          </a:p>
        </p:txBody>
      </p:sp>
    </p:spTree>
    <p:extLst>
      <p:ext uri="{BB962C8B-B14F-4D97-AF65-F5344CB8AC3E}">
        <p14:creationId xmlns:p14="http://schemas.microsoft.com/office/powerpoint/2010/main" val="22720831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4477</TotalTime>
  <Words>130</Words>
  <Application>Microsoft Office PowerPoint</Application>
  <PresentationFormat>Widescreen</PresentationFormat>
  <Paragraphs>65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Сафронов Никита</dc:creator>
  <cp:lastModifiedBy>Сафронов Никита</cp:lastModifiedBy>
  <cp:revision>17</cp:revision>
  <dcterms:created xsi:type="dcterms:W3CDTF">2026-03-23T14:37:56Z</dcterms:created>
  <dcterms:modified xsi:type="dcterms:W3CDTF">2026-03-28T06:53:01Z</dcterms:modified>
</cp:coreProperties>
</file>